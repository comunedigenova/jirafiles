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312" r:id="rId3"/>
    <p:sldId id="332" r:id="rId4"/>
    <p:sldId id="322" r:id="rId5"/>
    <p:sldId id="276" r:id="rId6"/>
    <p:sldId id="279" r:id="rId7"/>
    <p:sldId id="278" r:id="rId8"/>
    <p:sldId id="291" r:id="rId9"/>
    <p:sldId id="280" r:id="rId10"/>
    <p:sldId id="281" r:id="rId11"/>
    <p:sldId id="282" r:id="rId12"/>
    <p:sldId id="286" r:id="rId13"/>
    <p:sldId id="292" r:id="rId14"/>
    <p:sldId id="283" r:id="rId15"/>
    <p:sldId id="290" r:id="rId16"/>
    <p:sldId id="326" r:id="rId17"/>
    <p:sldId id="333" r:id="rId18"/>
    <p:sldId id="335" r:id="rId19"/>
    <p:sldId id="336" r:id="rId20"/>
    <p:sldId id="337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F52"/>
    <a:srgbClr val="D9D9D9"/>
    <a:srgbClr val="EB7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037AD8-5281-4224-825E-2A734FFED8CC}" v="18" dt="2025-12-12T07:57:10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95" autoAdjust="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timiglia Luca" userId="8104d5b9-70f3-495c-a253-af9d4af523fa" providerId="ADAL" clId="{6E45A40F-59F3-4298-A90D-7AE72CA07859}"/>
    <pc:docChg chg="undo custSel addSld delSld modSld">
      <pc:chgData name="Ventimiglia Luca" userId="8104d5b9-70f3-495c-a253-af9d4af523fa" providerId="ADAL" clId="{6E45A40F-59F3-4298-A90D-7AE72CA07859}" dt="2023-07-17T08:33:22.003" v="2985"/>
      <pc:docMkLst>
        <pc:docMk/>
      </pc:docMkLst>
      <pc:sldChg chg="modSp mod">
        <pc:chgData name="Ventimiglia Luca" userId="8104d5b9-70f3-495c-a253-af9d4af523fa" providerId="ADAL" clId="{6E45A40F-59F3-4298-A90D-7AE72CA07859}" dt="2023-07-03T06:49:07.967" v="2743" actId="20577"/>
        <pc:sldMkLst>
          <pc:docMk/>
          <pc:sldMk cId="2033515725" sldId="256"/>
        </pc:sldMkLst>
      </pc:sldChg>
      <pc:sldChg chg="addSp modSp mod">
        <pc:chgData name="Ventimiglia Luca" userId="8104d5b9-70f3-495c-a253-af9d4af523fa" providerId="ADAL" clId="{6E45A40F-59F3-4298-A90D-7AE72CA07859}" dt="2023-07-03T06:52:55.709" v="2853" actId="5793"/>
        <pc:sldMkLst>
          <pc:docMk/>
          <pc:sldMk cId="1738566371" sldId="268"/>
        </pc:sldMkLst>
      </pc:sldChg>
      <pc:sldChg chg="modSp mod">
        <pc:chgData name="Ventimiglia Luca" userId="8104d5b9-70f3-495c-a253-af9d4af523fa" providerId="ADAL" clId="{6E45A40F-59F3-4298-A90D-7AE72CA07859}" dt="2023-07-03T06:54:54.507" v="2871" actId="20577"/>
        <pc:sldMkLst>
          <pc:docMk/>
          <pc:sldMk cId="1282915698" sldId="332"/>
        </pc:sldMkLst>
      </pc:sldChg>
      <pc:sldChg chg="addSp modSp mod">
        <pc:chgData name="Ventimiglia Luca" userId="8104d5b9-70f3-495c-a253-af9d4af523fa" providerId="ADAL" clId="{6E45A40F-59F3-4298-A90D-7AE72CA07859}" dt="2023-07-17T08:33:22.003" v="2985"/>
        <pc:sldMkLst>
          <pc:docMk/>
          <pc:sldMk cId="1450372482" sldId="334"/>
        </pc:sldMkLst>
      </pc:sldChg>
      <pc:sldChg chg="addSp delSp modSp mod">
        <pc:chgData name="Ventimiglia Luca" userId="8104d5b9-70f3-495c-a253-af9d4af523fa" providerId="ADAL" clId="{6E45A40F-59F3-4298-A90D-7AE72CA07859}" dt="2023-07-03T07:03:40.962" v="2880" actId="1076"/>
        <pc:sldMkLst>
          <pc:docMk/>
          <pc:sldMk cId="4019727898" sldId="339"/>
        </pc:sldMkLst>
      </pc:sldChg>
      <pc:sldChg chg="modSp mod">
        <pc:chgData name="Ventimiglia Luca" userId="8104d5b9-70f3-495c-a253-af9d4af523fa" providerId="ADAL" clId="{6E45A40F-59F3-4298-A90D-7AE72CA07859}" dt="2023-07-03T06:39:48.498" v="2675" actId="27636"/>
        <pc:sldMkLst>
          <pc:docMk/>
          <pc:sldMk cId="306867342" sldId="341"/>
        </pc:sldMkLst>
      </pc:sldChg>
      <pc:sldChg chg="modSp mod">
        <pc:chgData name="Ventimiglia Luca" userId="8104d5b9-70f3-495c-a253-af9d4af523fa" providerId="ADAL" clId="{6E45A40F-59F3-4298-A90D-7AE72CA07859}" dt="2023-07-03T06:37:58.407" v="2419" actId="6549"/>
        <pc:sldMkLst>
          <pc:docMk/>
          <pc:sldMk cId="1684006398" sldId="344"/>
        </pc:sldMkLst>
      </pc:sldChg>
      <pc:sldChg chg="del">
        <pc:chgData name="Ventimiglia Luca" userId="8104d5b9-70f3-495c-a253-af9d4af523fa" providerId="ADAL" clId="{6E45A40F-59F3-4298-A90D-7AE72CA07859}" dt="2023-07-03T06:40:06.437" v="2676" actId="47"/>
        <pc:sldMkLst>
          <pc:docMk/>
          <pc:sldMk cId="2600406445" sldId="345"/>
        </pc:sldMkLst>
      </pc:sldChg>
      <pc:sldChg chg="modSp mod">
        <pc:chgData name="Ventimiglia Luca" userId="8104d5b9-70f3-495c-a253-af9d4af523fa" providerId="ADAL" clId="{6E45A40F-59F3-4298-A90D-7AE72CA07859}" dt="2023-07-03T06:40:35.356" v="2734" actId="20577"/>
        <pc:sldMkLst>
          <pc:docMk/>
          <pc:sldMk cId="3197120206" sldId="346"/>
        </pc:sldMkLst>
      </pc:sldChg>
      <pc:sldChg chg="addSp delSp modSp add mod">
        <pc:chgData name="Ventimiglia Luca" userId="8104d5b9-70f3-495c-a253-af9d4af523fa" providerId="ADAL" clId="{6E45A40F-59F3-4298-A90D-7AE72CA07859}" dt="2023-06-30T07:50:36.362" v="226" actId="1076"/>
        <pc:sldMkLst>
          <pc:docMk/>
          <pc:sldMk cId="1412515976" sldId="348"/>
        </pc:sldMkLst>
      </pc:sldChg>
      <pc:sldChg chg="addSp delSp modSp add mod">
        <pc:chgData name="Ventimiglia Luca" userId="8104d5b9-70f3-495c-a253-af9d4af523fa" providerId="ADAL" clId="{6E45A40F-59F3-4298-A90D-7AE72CA07859}" dt="2023-07-03T07:16:13.612" v="2905" actId="20577"/>
        <pc:sldMkLst>
          <pc:docMk/>
          <pc:sldMk cId="1807593112" sldId="349"/>
        </pc:sldMkLst>
      </pc:sldChg>
      <pc:sldChg chg="addSp delSp modSp add mod">
        <pc:chgData name="Ventimiglia Luca" userId="8104d5b9-70f3-495c-a253-af9d4af523fa" providerId="ADAL" clId="{6E45A40F-59F3-4298-A90D-7AE72CA07859}" dt="2023-07-03T07:20:13.945" v="2945" actId="6549"/>
        <pc:sldMkLst>
          <pc:docMk/>
          <pc:sldMk cId="3830537017" sldId="350"/>
        </pc:sldMkLst>
      </pc:sldChg>
      <pc:sldChg chg="addSp delSp modSp add mod">
        <pc:chgData name="Ventimiglia Luca" userId="8104d5b9-70f3-495c-a253-af9d4af523fa" providerId="ADAL" clId="{6E45A40F-59F3-4298-A90D-7AE72CA07859}" dt="2023-07-03T07:20:30.719" v="2974" actId="1037"/>
        <pc:sldMkLst>
          <pc:docMk/>
          <pc:sldMk cId="997295339" sldId="351"/>
        </pc:sldMkLst>
      </pc:sldChg>
      <pc:sldChg chg="new del">
        <pc:chgData name="Ventimiglia Luca" userId="8104d5b9-70f3-495c-a253-af9d4af523fa" providerId="ADAL" clId="{6E45A40F-59F3-4298-A90D-7AE72CA07859}" dt="2023-07-03T06:49:02.167" v="2736" actId="680"/>
        <pc:sldMkLst>
          <pc:docMk/>
          <pc:sldMk cId="3920596938" sldId="352"/>
        </pc:sldMkLst>
      </pc:sldChg>
    </pc:docChg>
  </pc:docChgLst>
  <pc:docChgLst>
    <pc:chgData name="Ventimiglia Luca" userId="8104d5b9-70f3-495c-a253-af9d4af523fa" providerId="ADAL" clId="{34F24C72-82FE-4981-BE82-FD8FB6AEAAB1}"/>
    <pc:docChg chg="custSel modSld">
      <pc:chgData name="Ventimiglia Luca" userId="8104d5b9-70f3-495c-a253-af9d4af523fa" providerId="ADAL" clId="{34F24C72-82FE-4981-BE82-FD8FB6AEAAB1}" dt="2023-07-21T07:47:56.364" v="48" actId="167"/>
      <pc:docMkLst>
        <pc:docMk/>
      </pc:docMkLst>
      <pc:sldChg chg="modSp mod">
        <pc:chgData name="Ventimiglia Luca" userId="8104d5b9-70f3-495c-a253-af9d4af523fa" providerId="ADAL" clId="{34F24C72-82FE-4981-BE82-FD8FB6AEAAB1}" dt="2023-07-21T06:09:25.677" v="5" actId="20577"/>
        <pc:sldMkLst>
          <pc:docMk/>
          <pc:sldMk cId="2033515725" sldId="256"/>
        </pc:sldMkLst>
      </pc:sldChg>
      <pc:sldChg chg="addSp delSp modSp mod">
        <pc:chgData name="Ventimiglia Luca" userId="8104d5b9-70f3-495c-a253-af9d4af523fa" providerId="ADAL" clId="{34F24C72-82FE-4981-BE82-FD8FB6AEAAB1}" dt="2023-07-21T07:47:10.729" v="43" actId="13926"/>
        <pc:sldMkLst>
          <pc:docMk/>
          <pc:sldMk cId="1450372482" sldId="334"/>
        </pc:sldMkLst>
      </pc:sldChg>
      <pc:sldChg chg="modSp mod">
        <pc:chgData name="Ventimiglia Luca" userId="8104d5b9-70f3-495c-a253-af9d4af523fa" providerId="ADAL" clId="{34F24C72-82FE-4981-BE82-FD8FB6AEAAB1}" dt="2023-07-21T07:47:56.364" v="48" actId="167"/>
        <pc:sldMkLst>
          <pc:docMk/>
          <pc:sldMk cId="3197120206" sldId="346"/>
        </pc:sldMkLst>
      </pc:sldChg>
      <pc:sldChg chg="modSp mod">
        <pc:chgData name="Ventimiglia Luca" userId="8104d5b9-70f3-495c-a253-af9d4af523fa" providerId="ADAL" clId="{34F24C72-82FE-4981-BE82-FD8FB6AEAAB1}" dt="2023-07-21T07:47:31.293" v="45" actId="27636"/>
        <pc:sldMkLst>
          <pc:docMk/>
          <pc:sldMk cId="3830537017" sldId="350"/>
        </pc:sldMkLst>
      </pc:sldChg>
    </pc:docChg>
  </pc:docChgLst>
  <pc:docChgLst>
    <pc:chgData name="Ventimiglia Luca" userId="8104d5b9-70f3-495c-a253-af9d4af523fa" providerId="ADAL" clId="{2BE7CECE-DC13-417A-B849-76A65C8371C5}"/>
    <pc:docChg chg="undo custSel addSld delSld modSld">
      <pc:chgData name="Ventimiglia Luca" userId="8104d5b9-70f3-495c-a253-af9d4af523fa" providerId="ADAL" clId="{2BE7CECE-DC13-417A-B849-76A65C8371C5}" dt="2025-12-19T09:30:55.442" v="2984" actId="20577"/>
      <pc:docMkLst>
        <pc:docMk/>
      </pc:docMkLst>
      <pc:sldChg chg="modSp mod">
        <pc:chgData name="Ventimiglia Luca" userId="8104d5b9-70f3-495c-a253-af9d4af523fa" providerId="ADAL" clId="{2BE7CECE-DC13-417A-B849-76A65C8371C5}" dt="2025-12-19T09:29:10.711" v="2980" actId="6549"/>
        <pc:sldMkLst>
          <pc:docMk/>
          <pc:sldMk cId="2033515725" sldId="256"/>
        </pc:sldMkLst>
        <pc:spChg chg="mod">
          <ac:chgData name="Ventimiglia Luca" userId="8104d5b9-70f3-495c-a253-af9d4af523fa" providerId="ADAL" clId="{2BE7CECE-DC13-417A-B849-76A65C8371C5}" dt="2025-12-19T09:29:10.711" v="2980" actId="6549"/>
          <ac:spMkLst>
            <pc:docMk/>
            <pc:sldMk cId="2033515725" sldId="256"/>
            <ac:spMk id="2" creationId="{0C316F2E-527A-E30C-D7DD-5AD5335CF756}"/>
          </ac:spMkLst>
        </pc:spChg>
        <pc:spChg chg="mod">
          <ac:chgData name="Ventimiglia Luca" userId="8104d5b9-70f3-495c-a253-af9d4af523fa" providerId="ADAL" clId="{2BE7CECE-DC13-417A-B849-76A65C8371C5}" dt="2025-12-11T07:22:46.729" v="16" actId="20577"/>
          <ac:spMkLst>
            <pc:docMk/>
            <pc:sldMk cId="2033515725" sldId="256"/>
            <ac:spMk id="3" creationId="{CA64BE1C-0DC4-45AB-7953-9334CAE4E75C}"/>
          </ac:spMkLst>
        </pc:spChg>
      </pc:sldChg>
      <pc:sldChg chg="del">
        <pc:chgData name="Ventimiglia Luca" userId="8104d5b9-70f3-495c-a253-af9d4af523fa" providerId="ADAL" clId="{2BE7CECE-DC13-417A-B849-76A65C8371C5}" dt="2025-12-19T09:29:02.475" v="2979" actId="47"/>
        <pc:sldMkLst>
          <pc:docMk/>
          <pc:sldMk cId="1738566371" sldId="268"/>
        </pc:sldMkLst>
      </pc:sldChg>
      <pc:sldChg chg="delSp modSp mod">
        <pc:chgData name="Ventimiglia Luca" userId="8104d5b9-70f3-495c-a253-af9d4af523fa" providerId="ADAL" clId="{2BE7CECE-DC13-417A-B849-76A65C8371C5}" dt="2025-12-11T07:24:59.033" v="223" actId="21"/>
        <pc:sldMkLst>
          <pc:docMk/>
          <pc:sldMk cId="3140496284" sldId="279"/>
        </pc:sldMkLst>
        <pc:spChg chg="mod">
          <ac:chgData name="Ventimiglia Luca" userId="8104d5b9-70f3-495c-a253-af9d4af523fa" providerId="ADAL" clId="{2BE7CECE-DC13-417A-B849-76A65C8371C5}" dt="2025-12-11T07:24:11.465" v="32" actId="27636"/>
          <ac:spMkLst>
            <pc:docMk/>
            <pc:sldMk cId="3140496284" sldId="279"/>
            <ac:spMk id="22" creationId="{30599985-3E87-40F8-6260-C494B7E2A9BA}"/>
          </ac:spMkLst>
        </pc:spChg>
        <pc:spChg chg="mod">
          <ac:chgData name="Ventimiglia Luca" userId="8104d5b9-70f3-495c-a253-af9d4af523fa" providerId="ADAL" clId="{2BE7CECE-DC13-417A-B849-76A65C8371C5}" dt="2025-12-11T07:24:50.424" v="222" actId="20577"/>
          <ac:spMkLst>
            <pc:docMk/>
            <pc:sldMk cId="3140496284" sldId="279"/>
            <ac:spMk id="31" creationId="{953300C6-BD41-5A94-95B7-092C8AD1C79D}"/>
          </ac:spMkLst>
        </pc:spChg>
      </pc:sldChg>
      <pc:sldChg chg="delSp mod">
        <pc:chgData name="Ventimiglia Luca" userId="8104d5b9-70f3-495c-a253-af9d4af523fa" providerId="ADAL" clId="{2BE7CECE-DC13-417A-B849-76A65C8371C5}" dt="2025-12-11T07:25:44.719" v="224" actId="478"/>
        <pc:sldMkLst>
          <pc:docMk/>
          <pc:sldMk cId="2969888303" sldId="291"/>
        </pc:sldMkLst>
      </pc:sldChg>
      <pc:sldChg chg="del">
        <pc:chgData name="Ventimiglia Luca" userId="8104d5b9-70f3-495c-a253-af9d4af523fa" providerId="ADAL" clId="{2BE7CECE-DC13-417A-B849-76A65C8371C5}" dt="2025-12-11T07:28:55.853" v="228" actId="47"/>
        <pc:sldMkLst>
          <pc:docMk/>
          <pc:sldMk cId="220292516" sldId="331"/>
        </pc:sldMkLst>
      </pc:sldChg>
      <pc:sldChg chg="addSp delSp modSp add mod">
        <pc:chgData name="Ventimiglia Luca" userId="8104d5b9-70f3-495c-a253-af9d4af523fa" providerId="ADAL" clId="{2BE7CECE-DC13-417A-B849-76A65C8371C5}" dt="2025-12-12T07:26:44.245" v="2559" actId="14100"/>
        <pc:sldMkLst>
          <pc:docMk/>
          <pc:sldMk cId="1806825906" sldId="333"/>
        </pc:sldMkLst>
        <pc:spChg chg="mod">
          <ac:chgData name="Ventimiglia Luca" userId="8104d5b9-70f3-495c-a253-af9d4af523fa" providerId="ADAL" clId="{2BE7CECE-DC13-417A-B849-76A65C8371C5}" dt="2025-12-11T07:29:13.269" v="268" actId="20577"/>
          <ac:spMkLst>
            <pc:docMk/>
            <pc:sldMk cId="1806825906" sldId="333"/>
            <ac:spMk id="4" creationId="{A4B45CD3-7277-F333-9314-19223A18975F}"/>
          </ac:spMkLst>
        </pc:spChg>
        <pc:spChg chg="mod">
          <ac:chgData name="Ventimiglia Luca" userId="8104d5b9-70f3-495c-a253-af9d4af523fa" providerId="ADAL" clId="{2BE7CECE-DC13-417A-B849-76A65C8371C5}" dt="2025-12-12T07:07:52.098" v="2453" actId="21"/>
          <ac:spMkLst>
            <pc:docMk/>
            <pc:sldMk cId="1806825906" sldId="333"/>
            <ac:spMk id="7" creationId="{153A30F4-60B1-1552-0E8D-CA31529E0FE0}"/>
          </ac:spMkLst>
        </pc:spChg>
        <pc:spChg chg="add mod">
          <ac:chgData name="Ventimiglia Luca" userId="8104d5b9-70f3-495c-a253-af9d4af523fa" providerId="ADAL" clId="{2BE7CECE-DC13-417A-B849-76A65C8371C5}" dt="2025-12-12T07:26:39.429" v="2557" actId="1076"/>
          <ac:spMkLst>
            <pc:docMk/>
            <pc:sldMk cId="1806825906" sldId="333"/>
            <ac:spMk id="18" creationId="{6DE208D8-DD6C-EFA3-47A2-AD5A0FA964E5}"/>
          </ac:spMkLst>
        </pc:spChg>
        <pc:grpChg chg="add del">
          <ac:chgData name="Ventimiglia Luca" userId="8104d5b9-70f3-495c-a253-af9d4af523fa" providerId="ADAL" clId="{2BE7CECE-DC13-417A-B849-76A65C8371C5}" dt="2025-12-11T07:29:24.421" v="270" actId="478"/>
          <ac:grpSpMkLst>
            <pc:docMk/>
            <pc:sldMk cId="1806825906" sldId="333"/>
            <ac:grpSpMk id="3" creationId="{A57C62C9-19E5-21FD-9890-549F118C6563}"/>
          </ac:grpSpMkLst>
        </pc:grpChg>
        <pc:picChg chg="add mod">
          <ac:chgData name="Ventimiglia Luca" userId="8104d5b9-70f3-495c-a253-af9d4af523fa" providerId="ADAL" clId="{2BE7CECE-DC13-417A-B849-76A65C8371C5}" dt="2025-12-12T07:26:44.245" v="2559" actId="14100"/>
          <ac:picMkLst>
            <pc:docMk/>
            <pc:sldMk cId="1806825906" sldId="333"/>
            <ac:picMk id="13" creationId="{CEA57CE0-92BC-42F0-F3EE-B51EC58E844B}"/>
          </ac:picMkLst>
        </pc:picChg>
        <pc:picChg chg="add mod ord">
          <ac:chgData name="Ventimiglia Luca" userId="8104d5b9-70f3-495c-a253-af9d4af523fa" providerId="ADAL" clId="{2BE7CECE-DC13-417A-B849-76A65C8371C5}" dt="2025-12-12T07:26:34.951" v="2555" actId="167"/>
          <ac:picMkLst>
            <pc:docMk/>
            <pc:sldMk cId="1806825906" sldId="333"/>
            <ac:picMk id="17" creationId="{4E96BEED-4B0F-896C-4559-37599F10E546}"/>
          </ac:picMkLst>
        </pc:picChg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3027223337" sldId="333"/>
        </pc:sldMkLst>
      </pc:sldChg>
      <pc:sldChg chg="delSp modSp add del mod">
        <pc:chgData name="Ventimiglia Luca" userId="8104d5b9-70f3-495c-a253-af9d4af523fa" providerId="ADAL" clId="{2BE7CECE-DC13-417A-B849-76A65C8371C5}" dt="2025-12-19T09:30:39.253" v="2982" actId="47"/>
        <pc:sldMkLst>
          <pc:docMk/>
          <pc:sldMk cId="728791978" sldId="334"/>
        </pc:sldMkLst>
        <pc:spChg chg="mod">
          <ac:chgData name="Ventimiglia Luca" userId="8104d5b9-70f3-495c-a253-af9d4af523fa" providerId="ADAL" clId="{2BE7CECE-DC13-417A-B849-76A65C8371C5}" dt="2025-12-12T07:27:41.223" v="2667" actId="20577"/>
          <ac:spMkLst>
            <pc:docMk/>
            <pc:sldMk cId="728791978" sldId="334"/>
            <ac:spMk id="4" creationId="{4E2A7B5F-B969-F29E-26B2-22FB0B115D64}"/>
          </ac:spMkLst>
        </pc:spChg>
        <pc:spChg chg="mod">
          <ac:chgData name="Ventimiglia Luca" userId="8104d5b9-70f3-495c-a253-af9d4af523fa" providerId="ADAL" clId="{2BE7CECE-DC13-417A-B849-76A65C8371C5}" dt="2025-12-12T07:27:20.199" v="2653" actId="20577"/>
          <ac:spMkLst>
            <pc:docMk/>
            <pc:sldMk cId="728791978" sldId="334"/>
            <ac:spMk id="7" creationId="{FE38B6A4-CBFE-1A30-90A1-A3AD6B9C8FA4}"/>
          </ac:spMkLst>
        </pc:spChg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1450372482" sldId="334"/>
        </pc:sldMkLst>
      </pc:sldChg>
      <pc:sldChg chg="delSp modSp add mod">
        <pc:chgData name="Ventimiglia Luca" userId="8104d5b9-70f3-495c-a253-af9d4af523fa" providerId="ADAL" clId="{2BE7CECE-DC13-417A-B849-76A65C8371C5}" dt="2025-12-19T09:30:12.569" v="2981" actId="1076"/>
        <pc:sldMkLst>
          <pc:docMk/>
          <pc:sldMk cId="382756894" sldId="335"/>
        </pc:sldMkLst>
        <pc:spChg chg="mod">
          <ac:chgData name="Ventimiglia Luca" userId="8104d5b9-70f3-495c-a253-af9d4af523fa" providerId="ADAL" clId="{2BE7CECE-DC13-417A-B849-76A65C8371C5}" dt="2025-12-12T07:12:39.063" v="2493" actId="20577"/>
          <ac:spMkLst>
            <pc:docMk/>
            <pc:sldMk cId="382756894" sldId="335"/>
            <ac:spMk id="4" creationId="{1D192292-646B-6465-2A7B-360AB072B6F2}"/>
          </ac:spMkLst>
        </pc:spChg>
        <pc:spChg chg="mod">
          <ac:chgData name="Ventimiglia Luca" userId="8104d5b9-70f3-495c-a253-af9d4af523fa" providerId="ADAL" clId="{2BE7CECE-DC13-417A-B849-76A65C8371C5}" dt="2025-12-19T09:30:12.569" v="2981" actId="1076"/>
          <ac:spMkLst>
            <pc:docMk/>
            <pc:sldMk cId="382756894" sldId="335"/>
            <ac:spMk id="14" creationId="{9DA568E3-63F1-2E59-7447-3AAC3811CCD0}"/>
          </ac:spMkLst>
        </pc:spChg>
        <pc:spChg chg="mod">
          <ac:chgData name="Ventimiglia Luca" userId="8104d5b9-70f3-495c-a253-af9d4af523fa" providerId="ADAL" clId="{2BE7CECE-DC13-417A-B849-76A65C8371C5}" dt="2025-12-12T07:24:25.548" v="2513" actId="14100"/>
          <ac:spMkLst>
            <pc:docMk/>
            <pc:sldMk cId="382756894" sldId="335"/>
            <ac:spMk id="15" creationId="{92452E9E-24C0-97EA-940D-524410A34A90}"/>
          </ac:spMkLst>
        </pc:spChg>
        <pc:picChg chg="mod">
          <ac:chgData name="Ventimiglia Luca" userId="8104d5b9-70f3-495c-a253-af9d4af523fa" providerId="ADAL" clId="{2BE7CECE-DC13-417A-B849-76A65C8371C5}" dt="2025-12-12T07:24:38.012" v="2519" actId="1076"/>
          <ac:picMkLst>
            <pc:docMk/>
            <pc:sldMk cId="382756894" sldId="335"/>
            <ac:picMk id="8" creationId="{ACCB9FF4-0076-8D27-0919-C8F6F9B0837B}"/>
          </ac:picMkLst>
        </pc:picChg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842707281" sldId="335"/>
        </pc:sldMkLst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1594053553" sldId="336"/>
        </pc:sldMkLst>
      </pc:sldChg>
      <pc:sldChg chg="addSp modSp add mod setBg">
        <pc:chgData name="Ventimiglia Luca" userId="8104d5b9-70f3-495c-a253-af9d4af523fa" providerId="ADAL" clId="{2BE7CECE-DC13-417A-B849-76A65C8371C5}" dt="2025-12-12T07:45:47.914" v="2901" actId="167"/>
        <pc:sldMkLst>
          <pc:docMk/>
          <pc:sldMk cId="1872975140" sldId="336"/>
        </pc:sldMkLst>
        <pc:spChg chg="mod">
          <ac:chgData name="Ventimiglia Luca" userId="8104d5b9-70f3-495c-a253-af9d4af523fa" providerId="ADAL" clId="{2BE7CECE-DC13-417A-B849-76A65C8371C5}" dt="2025-12-12T07:31:33.344" v="2679" actId="20577"/>
          <ac:spMkLst>
            <pc:docMk/>
            <pc:sldMk cId="1872975140" sldId="336"/>
            <ac:spMk id="4" creationId="{ADC5BD07-CE96-7724-B139-C848AB6F91F0}"/>
          </ac:spMkLst>
        </pc:spChg>
        <pc:spChg chg="mod">
          <ac:chgData name="Ventimiglia Luca" userId="8104d5b9-70f3-495c-a253-af9d4af523fa" providerId="ADAL" clId="{2BE7CECE-DC13-417A-B849-76A65C8371C5}" dt="2025-12-12T07:34:33.985" v="2691" actId="14100"/>
          <ac:spMkLst>
            <pc:docMk/>
            <pc:sldMk cId="1872975140" sldId="336"/>
            <ac:spMk id="7" creationId="{765AA2EC-9D93-44AF-4ACD-D287F49B2453}"/>
          </ac:spMkLst>
        </pc:spChg>
        <pc:spChg chg="add mod">
          <ac:chgData name="Ventimiglia Luca" userId="8104d5b9-70f3-495c-a253-af9d4af523fa" providerId="ADAL" clId="{2BE7CECE-DC13-417A-B849-76A65C8371C5}" dt="2025-12-12T07:35:23.586" v="2835" actId="20577"/>
          <ac:spMkLst>
            <pc:docMk/>
            <pc:sldMk cId="1872975140" sldId="336"/>
            <ac:spMk id="9" creationId="{2B057DB3-9FAF-E99C-98CD-98A4D5BEA276}"/>
          </ac:spMkLst>
        </pc:spChg>
        <pc:spChg chg="add mod">
          <ac:chgData name="Ventimiglia Luca" userId="8104d5b9-70f3-495c-a253-af9d4af523fa" providerId="ADAL" clId="{2BE7CECE-DC13-417A-B849-76A65C8371C5}" dt="2025-12-12T07:36:08.418" v="2850" actId="692"/>
          <ac:spMkLst>
            <pc:docMk/>
            <pc:sldMk cId="1872975140" sldId="336"/>
            <ac:spMk id="10" creationId="{A28A7FD4-3A46-13D0-B338-FBE012512175}"/>
          </ac:spMkLst>
        </pc:spChg>
        <pc:picChg chg="add mod ord">
          <ac:chgData name="Ventimiglia Luca" userId="8104d5b9-70f3-495c-a253-af9d4af523fa" providerId="ADAL" clId="{2BE7CECE-DC13-417A-B849-76A65C8371C5}" dt="2025-12-12T07:45:47.914" v="2901" actId="167"/>
          <ac:picMkLst>
            <pc:docMk/>
            <pc:sldMk cId="1872975140" sldId="336"/>
            <ac:picMk id="8" creationId="{EC838C11-DFE7-231F-E07F-EDE02FC7D2F5}"/>
          </ac:picMkLst>
        </pc:picChg>
        <pc:cxnChg chg="add mod">
          <ac:chgData name="Ventimiglia Luca" userId="8104d5b9-70f3-495c-a253-af9d4af523fa" providerId="ADAL" clId="{2BE7CECE-DC13-417A-B849-76A65C8371C5}" dt="2025-12-12T07:37:04.197" v="2857" actId="692"/>
          <ac:cxnSpMkLst>
            <pc:docMk/>
            <pc:sldMk cId="1872975140" sldId="336"/>
            <ac:cxnSpMk id="12" creationId="{EF983FA5-6425-9AED-E79A-2F046D80E6F4}"/>
          </ac:cxnSpMkLst>
        </pc:cxnChg>
      </pc:sldChg>
      <pc:sldChg chg="addSp delSp modSp add del mod">
        <pc:chgData name="Ventimiglia Luca" userId="8104d5b9-70f3-495c-a253-af9d4af523fa" providerId="ADAL" clId="{2BE7CECE-DC13-417A-B849-76A65C8371C5}" dt="2025-12-12T07:26:57.190" v="2560" actId="47"/>
        <pc:sldMkLst>
          <pc:docMk/>
          <pc:sldMk cId="4156764494" sldId="336"/>
        </pc:sldMkLst>
      </pc:sldChg>
      <pc:sldChg chg="addSp delSp modSp add mod">
        <pc:chgData name="Ventimiglia Luca" userId="8104d5b9-70f3-495c-a253-af9d4af523fa" providerId="ADAL" clId="{2BE7CECE-DC13-417A-B849-76A65C8371C5}" dt="2025-12-19T09:30:55.442" v="2984" actId="20577"/>
        <pc:sldMkLst>
          <pc:docMk/>
          <pc:sldMk cId="2627943895" sldId="337"/>
        </pc:sldMkLst>
        <pc:spChg chg="mod">
          <ac:chgData name="Ventimiglia Luca" userId="8104d5b9-70f3-495c-a253-af9d4af523fa" providerId="ADAL" clId="{2BE7CECE-DC13-417A-B849-76A65C8371C5}" dt="2025-12-12T07:37:34.651" v="2870" actId="20577"/>
          <ac:spMkLst>
            <pc:docMk/>
            <pc:sldMk cId="2627943895" sldId="337"/>
            <ac:spMk id="4" creationId="{235A3D67-07BA-7A79-FC67-9F3D68F01D2E}"/>
          </ac:spMkLst>
        </pc:spChg>
        <pc:spChg chg="mod">
          <ac:chgData name="Ventimiglia Luca" userId="8104d5b9-70f3-495c-a253-af9d4af523fa" providerId="ADAL" clId="{2BE7CECE-DC13-417A-B849-76A65C8371C5}" dt="2025-12-12T07:55:17.556" v="2949" actId="20577"/>
          <ac:spMkLst>
            <pc:docMk/>
            <pc:sldMk cId="2627943895" sldId="337"/>
            <ac:spMk id="7" creationId="{2083CFCB-C9E9-A52F-0607-D41B69FF5D48}"/>
          </ac:spMkLst>
        </pc:spChg>
        <pc:spChg chg="add mod">
          <ac:chgData name="Ventimiglia Luca" userId="8104d5b9-70f3-495c-a253-af9d4af523fa" providerId="ADAL" clId="{2BE7CECE-DC13-417A-B849-76A65C8371C5}" dt="2025-12-12T07:45:36.671" v="2900" actId="1076"/>
          <ac:spMkLst>
            <pc:docMk/>
            <pc:sldMk cId="2627943895" sldId="337"/>
            <ac:spMk id="11" creationId="{41F61005-78AC-90D5-D512-AC56E43D6658}"/>
          </ac:spMkLst>
        </pc:spChg>
        <pc:spChg chg="add mod">
          <ac:chgData name="Ventimiglia Luca" userId="8104d5b9-70f3-495c-a253-af9d4af523fa" providerId="ADAL" clId="{2BE7CECE-DC13-417A-B849-76A65C8371C5}" dt="2025-12-19T09:30:55.442" v="2984" actId="20577"/>
          <ac:spMkLst>
            <pc:docMk/>
            <pc:sldMk cId="2627943895" sldId="337"/>
            <ac:spMk id="16" creationId="{FF215D8C-1B04-1138-BAB2-4DE781C3CF5E}"/>
          </ac:spMkLst>
        </pc:spChg>
        <pc:picChg chg="add mod ord">
          <ac:chgData name="Ventimiglia Luca" userId="8104d5b9-70f3-495c-a253-af9d4af523fa" providerId="ADAL" clId="{2BE7CECE-DC13-417A-B849-76A65C8371C5}" dt="2025-12-12T07:46:06.667" v="2909" actId="167"/>
          <ac:picMkLst>
            <pc:docMk/>
            <pc:sldMk cId="2627943895" sldId="337"/>
            <ac:picMk id="10" creationId="{34493E56-BE54-C3D6-F65A-94D63ACAE0A3}"/>
          </ac:picMkLst>
        </pc:picChg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4019727898" sldId="339"/>
        </pc:sldMkLst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3147916441" sldId="340"/>
        </pc:sldMkLst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306867342" sldId="341"/>
        </pc:sldMkLst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2466789307" sldId="342"/>
        </pc:sldMkLst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3300414856" sldId="343"/>
        </pc:sldMkLst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1684006398" sldId="344"/>
        </pc:sldMkLst>
      </pc:sldChg>
      <pc:sldChg chg="del">
        <pc:chgData name="Ventimiglia Luca" userId="8104d5b9-70f3-495c-a253-af9d4af523fa" providerId="ADAL" clId="{2BE7CECE-DC13-417A-B849-76A65C8371C5}" dt="2025-12-11T07:27:55.117" v="226" actId="47"/>
        <pc:sldMkLst>
          <pc:docMk/>
          <pc:sldMk cId="3197120206" sldId="346"/>
        </pc:sldMkLst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3472101314" sldId="347"/>
        </pc:sldMkLst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1412515976" sldId="348"/>
        </pc:sldMkLst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1807593112" sldId="349"/>
        </pc:sldMkLst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3830537017" sldId="350"/>
        </pc:sldMkLst>
      </pc:sldChg>
      <pc:sldChg chg="del">
        <pc:chgData name="Ventimiglia Luca" userId="8104d5b9-70f3-495c-a253-af9d4af523fa" providerId="ADAL" clId="{2BE7CECE-DC13-417A-B849-76A65C8371C5}" dt="2025-12-11T07:27:52.256" v="225" actId="47"/>
        <pc:sldMkLst>
          <pc:docMk/>
          <pc:sldMk cId="997295339" sldId="3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29BAF-7116-456D-A830-2F35DEB80388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D8DD8-CAA7-46FF-8842-09BF6F6927D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067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289EC3-B5AF-4DF9-8B65-09849AAE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01D6B6-8C4A-4DFB-8D56-6AB46A7F5E9A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0958AB-9589-418C-B7AF-F2EB1E355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A669AE-FCA6-43E4-92A9-A88497CB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C89DB5-0EA7-44B6-B417-7FE88A2ECE66}" type="slidenum">
              <a:rPr lang="it-IT" smtClean="0"/>
              <a:t>‹N›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F583D88-BC62-4916-9F86-07E1DA102238}"/>
              </a:ext>
            </a:extLst>
          </p:cNvPr>
          <p:cNvSpPr/>
          <p:nvPr/>
        </p:nvSpPr>
        <p:spPr>
          <a:xfrm>
            <a:off x="0" y="4315688"/>
            <a:ext cx="12192000" cy="2542312"/>
          </a:xfrm>
          <a:prstGeom prst="rect">
            <a:avLst/>
          </a:prstGeom>
          <a:solidFill>
            <a:srgbClr val="152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58791BB4-0AE1-47F8-9C4B-4EE71D5EA1A2}"/>
              </a:ext>
            </a:extLst>
          </p:cNvPr>
          <p:cNvSpPr txBox="1">
            <a:spLocks/>
          </p:cNvSpPr>
          <p:nvPr/>
        </p:nvSpPr>
        <p:spPr>
          <a:xfrm>
            <a:off x="1137037" y="887096"/>
            <a:ext cx="7842576" cy="271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52F52"/>
                </a:solidFill>
              </a:rPr>
              <a:t>TITOLO</a:t>
            </a:r>
            <a:endParaRPr lang="it-IT" dirty="0">
              <a:solidFill>
                <a:srgbClr val="152F52"/>
              </a:solidFill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2F28E6DA-52ED-4D2A-899D-9751642A9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026" y="3405199"/>
            <a:ext cx="7320504" cy="1087718"/>
          </a:xfrm>
        </p:spPr>
        <p:txBody>
          <a:bodyPr anchor="ctr">
            <a:normAutofit/>
          </a:bodyPr>
          <a:lstStyle/>
          <a:p>
            <a:pPr algn="r"/>
            <a:r>
              <a:rPr lang="it-IT" sz="1800">
                <a:solidFill>
                  <a:srgbClr val="152F52"/>
                </a:solidFill>
              </a:rPr>
              <a:t>Fare clic per modificare lo stile del sottotitolo dello schema</a:t>
            </a:r>
            <a:endParaRPr lang="it-IT" sz="1800" dirty="0">
              <a:solidFill>
                <a:srgbClr val="152F52"/>
              </a:solidFill>
            </a:endParaRPr>
          </a:p>
        </p:txBody>
      </p:sp>
      <p:pic>
        <p:nvPicPr>
          <p:cNvPr id="10" name="Picture 2" descr="Logo Comune di Genova">
            <a:extLst>
              <a:ext uri="{FF2B5EF4-FFF2-40B4-BE49-F238E27FC236}">
                <a16:creationId xmlns:a16="http://schemas.microsoft.com/office/drawing/2014/main" id="{021F11F6-9088-48D9-9069-D1C71A08D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9520" y="3429000"/>
            <a:ext cx="2527534" cy="1883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683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2B6B6A-B2F7-4D5B-86EC-DF30CA998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3076"/>
            <a:ext cx="10515600" cy="488082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52611733-02E8-4509-B414-46C50310E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9"/>
            <a:ext cx="10515600" cy="738011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it-IT" dirty="0">
              <a:solidFill>
                <a:srgbClr val="152F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33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7D6737-2920-41FD-3DB0-FD4AFCFC8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90C424E-E812-3E89-D412-4BA477A44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D03C6B9-9DBB-CCDD-87D7-29AD4F4AB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1D6B6-8C4A-4DFB-8D56-6AB46A7F5E9A}" type="datetimeFigureOut">
              <a:rPr lang="it-IT" smtClean="0"/>
              <a:t>19/12/2025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46CBC3-29E3-3F7B-FB16-77894335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EBFC44D-1446-30BF-8F23-B3CF5B12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9DB5-0EA7-44B6-B417-7FE88A2ECE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416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D4E751B-14AD-4489-85F2-ED7D74172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1256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4C25EFB-BA57-4BCF-95B9-167AB2823D66}"/>
              </a:ext>
            </a:extLst>
          </p:cNvPr>
          <p:cNvSpPr/>
          <p:nvPr/>
        </p:nvSpPr>
        <p:spPr>
          <a:xfrm>
            <a:off x="0" y="6391798"/>
            <a:ext cx="12192000" cy="466202"/>
          </a:xfrm>
          <a:prstGeom prst="rect">
            <a:avLst/>
          </a:prstGeom>
          <a:solidFill>
            <a:srgbClr val="152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" name="Picture 2" descr="Logo Comune di Genova">
            <a:extLst>
              <a:ext uri="{FF2B5EF4-FFF2-40B4-BE49-F238E27FC236}">
                <a16:creationId xmlns:a16="http://schemas.microsoft.com/office/drawing/2014/main" id="{5B0A9E57-AB75-41FD-98CA-278DB8185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6" y="5993018"/>
            <a:ext cx="1058778" cy="78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37C6D5B5-48B4-4BD7-8236-E7B946191FF1}"/>
              </a:ext>
            </a:extLst>
          </p:cNvPr>
          <p:cNvSpPr/>
          <p:nvPr/>
        </p:nvSpPr>
        <p:spPr>
          <a:xfrm flipV="1">
            <a:off x="0" y="-1"/>
            <a:ext cx="12192000" cy="894101"/>
          </a:xfrm>
          <a:prstGeom prst="rect">
            <a:avLst/>
          </a:prstGeom>
          <a:solidFill>
            <a:srgbClr val="152F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8590E67-842F-47A7-B764-01A5EBA1A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4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99268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sv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316F2E-527A-E30C-D7DD-5AD5335CF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175" y="1935163"/>
            <a:ext cx="11420475" cy="1208087"/>
          </a:xfrm>
        </p:spPr>
        <p:txBody>
          <a:bodyPr>
            <a:normAutofit fontScale="90000"/>
          </a:bodyPr>
          <a:lstStyle/>
          <a:p>
            <a:r>
              <a:rPr lang="it-IT" b="1" dirty="0">
                <a:solidFill>
                  <a:schemeClr val="accent1">
                    <a:lumMod val="50000"/>
                  </a:schemeClr>
                </a:solidFill>
              </a:rPr>
              <a:t>Portale Assistenza Sistemi Applicativi</a:t>
            </a:r>
            <a:br>
              <a:rPr lang="it-IT" b="1" dirty="0">
                <a:solidFill>
                  <a:schemeClr val="accent1">
                    <a:lumMod val="50000"/>
                  </a:schemeClr>
                </a:solidFill>
              </a:rPr>
            </a:br>
            <a:endParaRPr lang="it-IT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A64BE1C-0DC4-45AB-7953-9334CAE4E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6799"/>
            <a:ext cx="9144000" cy="1362513"/>
          </a:xfrm>
        </p:spPr>
        <p:txBody>
          <a:bodyPr/>
          <a:lstStyle/>
          <a:p>
            <a:r>
              <a:rPr lang="it-IT" dirty="0"/>
              <a:t>Versione 1.3 – Dicembre 2025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30012F6-0C9E-3D8F-5113-C4AEEDAF3F17}"/>
              </a:ext>
            </a:extLst>
          </p:cNvPr>
          <p:cNvSpPr txBox="1"/>
          <p:nvPr/>
        </p:nvSpPr>
        <p:spPr>
          <a:xfrm>
            <a:off x="3048000" y="342900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800" b="1" i="1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Manuale Utente </a:t>
            </a:r>
          </a:p>
        </p:txBody>
      </p:sp>
    </p:spTree>
    <p:extLst>
      <p:ext uri="{BB962C8B-B14F-4D97-AF65-F5344CB8AC3E}">
        <p14:creationId xmlns:p14="http://schemas.microsoft.com/office/powerpoint/2010/main" val="203351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8A428E7C-1458-C5C9-4B7E-27159A2B612A}"/>
              </a:ext>
            </a:extLst>
          </p:cNvPr>
          <p:cNvSpPr txBox="1">
            <a:spLocks/>
          </p:cNvSpPr>
          <p:nvPr/>
        </p:nvSpPr>
        <p:spPr>
          <a:xfrm>
            <a:off x="370681" y="1194528"/>
            <a:ext cx="11240368" cy="4829832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9625" algn="l"/>
            <a:r>
              <a:rPr lang="it-IT" sz="1800" b="1" dirty="0">
                <a:solidFill>
                  <a:srgbClr val="152F52"/>
                </a:solidFill>
              </a:rPr>
              <a:t>Applicazione</a:t>
            </a:r>
            <a:r>
              <a:rPr lang="it-IT" sz="1800" dirty="0"/>
              <a:t>: il software, il sito web, su cui si necessita supporto e/o per il quale si decide di aprire una segnalazione.</a:t>
            </a:r>
          </a:p>
          <a:p>
            <a:pPr marL="809625" algn="l"/>
            <a:endParaRPr lang="it-IT" sz="1800" dirty="0"/>
          </a:p>
          <a:p>
            <a:pPr marL="809625" algn="l"/>
            <a:r>
              <a:rPr lang="it-IT" sz="1800" b="1" dirty="0">
                <a:solidFill>
                  <a:srgbClr val="152F52"/>
                </a:solidFill>
              </a:rPr>
              <a:t>Utente</a:t>
            </a:r>
            <a:r>
              <a:rPr lang="it-IT" sz="1800" dirty="0"/>
              <a:t>: utilizzatore dell’applicazione che necessita di supporto tecnico informatico.</a:t>
            </a:r>
          </a:p>
          <a:p>
            <a:pPr marL="809625" algn="l"/>
            <a:endParaRPr lang="it-IT" sz="1800" b="1" dirty="0"/>
          </a:p>
          <a:p>
            <a:pPr marL="809625" algn="l"/>
            <a:r>
              <a:rPr lang="it-IT" sz="1800" b="1" dirty="0">
                <a:solidFill>
                  <a:srgbClr val="152F52"/>
                </a:solidFill>
              </a:rPr>
              <a:t>Responsabile Applicativo (RA)</a:t>
            </a:r>
            <a:r>
              <a:rPr lang="it-IT" sz="1800" dirty="0"/>
              <a:t>: il tecnico della Direzione dei Sistemi Informativi responsabile dell’applicazione, primo assegnatario dei ticket sull’applicazione.</a:t>
            </a:r>
          </a:p>
          <a:p>
            <a:pPr marL="809625" algn="l"/>
            <a:endParaRPr lang="it-IT" sz="1800" b="1" dirty="0"/>
          </a:p>
          <a:p>
            <a:pPr marL="809625" algn="l"/>
            <a:r>
              <a:rPr lang="it-IT" sz="1800" b="1" dirty="0">
                <a:solidFill>
                  <a:srgbClr val="152F52"/>
                </a:solidFill>
              </a:rPr>
              <a:t>Fornitore</a:t>
            </a:r>
            <a:r>
              <a:rPr lang="it-IT" sz="1800" dirty="0"/>
              <a:t>: il fornitore dell’applicazione, un dipendente della ditta che ha sviluppato il software e/o che ne fornisce supporto e manutenzione.</a:t>
            </a:r>
          </a:p>
          <a:p>
            <a:pPr marL="809625" algn="l"/>
            <a:r>
              <a:rPr lang="it-IT" sz="1800" b="1" dirty="0">
                <a:solidFill>
                  <a:srgbClr val="152F52"/>
                </a:solidFill>
              </a:rPr>
              <a:t>Help Desk Livello 0</a:t>
            </a:r>
            <a:r>
              <a:rPr lang="it-IT" sz="1800" dirty="0"/>
              <a:t>: tecnici delegati a gestire i ticket non correttamente assegnati/arrivati via mail, o dirimere i dubbi. Il loro intervento è più limitato rispetto al vecchio </a:t>
            </a:r>
            <a:r>
              <a:rPr lang="it-IT" sz="1800" dirty="0" err="1"/>
              <a:t>Jira</a:t>
            </a:r>
            <a:endParaRPr lang="it-IT" sz="1800" dirty="0"/>
          </a:p>
          <a:p>
            <a:pPr marL="809625" algn="l"/>
            <a:endParaRPr lang="it-IT" sz="1800" b="1" dirty="0">
              <a:solidFill>
                <a:srgbClr val="152F52"/>
              </a:solidFill>
            </a:endParaRPr>
          </a:p>
          <a:p>
            <a:pPr marL="809625" algn="l"/>
            <a:r>
              <a:rPr lang="it-IT" sz="1800" b="1" dirty="0">
                <a:solidFill>
                  <a:srgbClr val="152F52"/>
                </a:solidFill>
              </a:rPr>
              <a:t>Help Desk Livello 1</a:t>
            </a:r>
            <a:r>
              <a:rPr lang="it-IT" sz="1800" dirty="0"/>
              <a:t>: coincide in generale con il Responsabile Applicativo, e si tratta di tecnici con conoscenza sul dominio tecnico e funzionale dell'applicazione.</a:t>
            </a:r>
          </a:p>
          <a:p>
            <a:pPr marL="809625" algn="l"/>
            <a:endParaRPr lang="it-IT" sz="1800" b="1" dirty="0">
              <a:solidFill>
                <a:srgbClr val="152F52"/>
              </a:solidFill>
            </a:endParaRPr>
          </a:p>
          <a:p>
            <a:pPr marL="809625" algn="l"/>
            <a:r>
              <a:rPr lang="it-IT" sz="1800" b="1" dirty="0">
                <a:solidFill>
                  <a:srgbClr val="152F52"/>
                </a:solidFill>
              </a:rPr>
              <a:t>Help Desk Livello 2</a:t>
            </a:r>
            <a:r>
              <a:rPr lang="it-IT" sz="1800" dirty="0"/>
              <a:t>: persona esterna al settore che interviene quando il ticket non è risolvibile a livello 1. Di solito coincide col fornitore.</a:t>
            </a:r>
          </a:p>
          <a:p>
            <a:pPr algn="l"/>
            <a:endParaRPr lang="it-IT" sz="2000" dirty="0"/>
          </a:p>
        </p:txBody>
      </p:sp>
      <p:pic>
        <p:nvPicPr>
          <p:cNvPr id="4" name="Elemento grafico 3" descr="Call center contorno">
            <a:extLst>
              <a:ext uri="{FF2B5EF4-FFF2-40B4-BE49-F238E27FC236}">
                <a16:creationId xmlns:a16="http://schemas.microsoft.com/office/drawing/2014/main" id="{03BBF78E-D4F0-91BD-A0CB-2EF7DAB3B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533" y="3412083"/>
            <a:ext cx="496934" cy="496934"/>
          </a:xfrm>
          <a:prstGeom prst="rect">
            <a:avLst/>
          </a:prstGeom>
        </p:spPr>
      </p:pic>
      <p:grpSp>
        <p:nvGrpSpPr>
          <p:cNvPr id="5" name="Gruppo 4">
            <a:extLst>
              <a:ext uri="{FF2B5EF4-FFF2-40B4-BE49-F238E27FC236}">
                <a16:creationId xmlns:a16="http://schemas.microsoft.com/office/drawing/2014/main" id="{5184BB65-8660-4C90-5C74-F529F969528A}"/>
              </a:ext>
            </a:extLst>
          </p:cNvPr>
          <p:cNvGrpSpPr/>
          <p:nvPr/>
        </p:nvGrpSpPr>
        <p:grpSpPr>
          <a:xfrm>
            <a:off x="665844" y="2409889"/>
            <a:ext cx="592138" cy="592138"/>
            <a:chOff x="838200" y="1665906"/>
            <a:chExt cx="1096892" cy="1089583"/>
          </a:xfrm>
        </p:grpSpPr>
        <p:pic>
          <p:nvPicPr>
            <p:cNvPr id="6" name="Elemento grafico 5" descr="Profilo femminile contorno">
              <a:extLst>
                <a:ext uri="{FF2B5EF4-FFF2-40B4-BE49-F238E27FC236}">
                  <a16:creationId xmlns:a16="http://schemas.microsoft.com/office/drawing/2014/main" id="{B106B06E-DA38-DBDB-C8A3-D043E8AD8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7" name="Elemento grafico 6" descr="Punto interrogativo contorno">
              <a:extLst>
                <a:ext uri="{FF2B5EF4-FFF2-40B4-BE49-F238E27FC236}">
                  <a16:creationId xmlns:a16="http://schemas.microsoft.com/office/drawing/2014/main" id="{424A02C6-3741-5D1A-9762-152A97358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0FD9A23-C86C-B0BA-6F5E-6355D2736A47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GLOSSARIO</a:t>
            </a:r>
            <a:endParaRPr lang="it-IT" sz="3200" dirty="0">
              <a:solidFill>
                <a:schemeClr val="bg1"/>
              </a:solidFill>
            </a:endParaRPr>
          </a:p>
        </p:txBody>
      </p:sp>
      <p:pic>
        <p:nvPicPr>
          <p:cNvPr id="10" name="Elemento grafico 9" descr="Illustratore con riempimento a tinta unita">
            <a:extLst>
              <a:ext uri="{FF2B5EF4-FFF2-40B4-BE49-F238E27FC236}">
                <a16:creationId xmlns:a16="http://schemas.microsoft.com/office/drawing/2014/main" id="{EFD7E22F-02C6-410F-E406-BD197D98A2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" y="1315222"/>
            <a:ext cx="433546" cy="433546"/>
          </a:xfrm>
          <a:prstGeom prst="rect">
            <a:avLst/>
          </a:prstGeom>
        </p:spPr>
      </p:pic>
      <p:pic>
        <p:nvPicPr>
          <p:cNvPr id="12" name="Elemento grafico 11" descr="Programmatore (maschile) contorno">
            <a:extLst>
              <a:ext uri="{FF2B5EF4-FFF2-40B4-BE49-F238E27FC236}">
                <a16:creationId xmlns:a16="http://schemas.microsoft.com/office/drawing/2014/main" id="{A14777D1-FE82-DCBD-2C0F-F6BCCCAED2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8732" y="4966413"/>
            <a:ext cx="506338" cy="506338"/>
          </a:xfrm>
          <a:prstGeom prst="rect">
            <a:avLst/>
          </a:prstGeom>
        </p:spPr>
      </p:pic>
      <p:pic>
        <p:nvPicPr>
          <p:cNvPr id="3" name="Elemento grafico 2" descr="Badge 1 contorno">
            <a:extLst>
              <a:ext uri="{FF2B5EF4-FFF2-40B4-BE49-F238E27FC236}">
                <a16:creationId xmlns:a16="http://schemas.microsoft.com/office/drawing/2014/main" id="{D03BAA83-2FD9-5CE1-7DE0-37C871BEEC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08984" y="2694925"/>
            <a:ext cx="480853" cy="480853"/>
          </a:xfrm>
          <a:prstGeom prst="rect">
            <a:avLst/>
          </a:prstGeom>
        </p:spPr>
      </p:pic>
      <p:pic>
        <p:nvPicPr>
          <p:cNvPr id="13" name="Elemento grafico 12" descr="Badge contorno">
            <a:extLst>
              <a:ext uri="{FF2B5EF4-FFF2-40B4-BE49-F238E27FC236}">
                <a16:creationId xmlns:a16="http://schemas.microsoft.com/office/drawing/2014/main" id="{E3FF7A55-2AFF-D181-39A3-AF41F420BD2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08983" y="4152553"/>
            <a:ext cx="480853" cy="480853"/>
          </a:xfrm>
          <a:prstGeom prst="rect">
            <a:avLst/>
          </a:prstGeom>
        </p:spPr>
      </p:pic>
      <p:pic>
        <p:nvPicPr>
          <p:cNvPr id="15" name="Elemento grafico 14" descr="Smile di Harvey Ball 0% con riempimento a tinta unita">
            <a:extLst>
              <a:ext uri="{FF2B5EF4-FFF2-40B4-BE49-F238E27FC236}">
                <a16:creationId xmlns:a16="http://schemas.microsoft.com/office/drawing/2014/main" id="{1F7D5260-07D7-1157-E313-3C0CD701ECB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08983" y="1256785"/>
            <a:ext cx="480853" cy="48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64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1FCFAF19-0B3B-759B-6659-09FB34F926B2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STRUTTURA DEL PORTALE</a:t>
            </a:r>
            <a:endParaRPr lang="it-IT" sz="3200" dirty="0">
              <a:solidFill>
                <a:schemeClr val="bg1"/>
              </a:solidFill>
            </a:endParaRPr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4256BFDA-19F8-2061-7993-9C9AED573DB0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21" name="Elemento grafico 20" descr="Profilo femminile contorno">
              <a:extLst>
                <a:ext uri="{FF2B5EF4-FFF2-40B4-BE49-F238E27FC236}">
                  <a16:creationId xmlns:a16="http://schemas.microsoft.com/office/drawing/2014/main" id="{F91EF3C9-67C8-70F2-BB38-91938976B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22" name="Elemento grafico 21" descr="Punto interrogativo contorno">
              <a:extLst>
                <a:ext uri="{FF2B5EF4-FFF2-40B4-BE49-F238E27FC236}">
                  <a16:creationId xmlns:a16="http://schemas.microsoft.com/office/drawing/2014/main" id="{DC694777-0AEE-516A-2814-427C48CC9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23" name="Segnaposto contenuto 2">
            <a:extLst>
              <a:ext uri="{FF2B5EF4-FFF2-40B4-BE49-F238E27FC236}">
                <a16:creationId xmlns:a16="http://schemas.microsoft.com/office/drawing/2014/main" id="{C65DE68C-DCBE-2FA8-01CB-F12927D292B4}"/>
              </a:ext>
            </a:extLst>
          </p:cNvPr>
          <p:cNvSpPr txBox="1">
            <a:spLocks/>
          </p:cNvSpPr>
          <p:nvPr/>
        </p:nvSpPr>
        <p:spPr>
          <a:xfrm>
            <a:off x="1340093" y="1096791"/>
            <a:ext cx="10777657" cy="18026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Il portale è composto da due sezioni: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/>
              <a:t>Una relativa all'assistenza per i Sistemi Applicativi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/>
              <a:t>Una relativa alle richieste di forniture di attrezzature informatiche</a:t>
            </a:r>
          </a:p>
          <a:p>
            <a:pPr algn="l"/>
            <a:r>
              <a:rPr lang="it-IT" dirty="0"/>
              <a:t>È possibile accedere a entrambe collegandosi all'indirizzo</a:t>
            </a:r>
          </a:p>
          <a:p>
            <a:pPr algn="l"/>
            <a:r>
              <a:rPr lang="it-IT" u="sng" dirty="0"/>
              <a:t>https://comunegenova.atlassian.net/servicedesk/customer/portals</a:t>
            </a:r>
          </a:p>
          <a:p>
            <a:pPr algn="l"/>
            <a:endParaRPr lang="it-IT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22D1355B-DE1D-E152-67AF-506E401191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650" y="2907276"/>
            <a:ext cx="4460188" cy="327148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E5B57BB-32BB-253F-5E2C-CC537BB76E94}"/>
              </a:ext>
            </a:extLst>
          </p:cNvPr>
          <p:cNvSpPr txBox="1"/>
          <p:nvPr/>
        </p:nvSpPr>
        <p:spPr>
          <a:xfrm>
            <a:off x="6249451" y="4130566"/>
            <a:ext cx="3203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…e poi scegliendo la sezione di interesse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3EE89E3-8E4B-7790-9432-458B16279C3B}"/>
              </a:ext>
            </a:extLst>
          </p:cNvPr>
          <p:cNvSpPr txBox="1"/>
          <p:nvPr/>
        </p:nvSpPr>
        <p:spPr>
          <a:xfrm>
            <a:off x="6356723" y="4978436"/>
            <a:ext cx="4218654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sz="1800" b="1" dirty="0"/>
              <a:t>Nota</a:t>
            </a:r>
            <a:r>
              <a:rPr lang="it-IT" sz="1800" dirty="0"/>
              <a:t>: nella pagine seguenti sono fornite le istruzioni specifiche per le due sezioni, compreso il link per l'accesso diretto senza passare dal portale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DB714270-F348-0B37-85F7-4FCF3B7C43A4}"/>
              </a:ext>
            </a:extLst>
          </p:cNvPr>
          <p:cNvSpPr/>
          <p:nvPr/>
        </p:nvSpPr>
        <p:spPr>
          <a:xfrm>
            <a:off x="2356186" y="5395499"/>
            <a:ext cx="2840128" cy="783266"/>
          </a:xfrm>
          <a:prstGeom prst="roundRect">
            <a:avLst>
              <a:gd name="adj" fmla="val 9216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AB662D9E-BAB3-9B08-EF72-3019B41A2910}"/>
              </a:ext>
            </a:extLst>
          </p:cNvPr>
          <p:cNvCxnSpPr>
            <a:cxnSpLocks/>
          </p:cNvCxnSpPr>
          <p:nvPr/>
        </p:nvCxnSpPr>
        <p:spPr>
          <a:xfrm flipV="1">
            <a:off x="4628756" y="4543020"/>
            <a:ext cx="1557633" cy="844603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915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B000CC-30C8-7EE8-EB81-5949005BE0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4400" b="1" dirty="0">
                <a:solidFill>
                  <a:srgbClr val="152F52"/>
                </a:solidFill>
              </a:rPr>
              <a:t>CREAZIONE TICKET DI ASSISTENZA SISTEMI APPLICATIVI</a:t>
            </a:r>
            <a:endParaRPr lang="it-IT" sz="4400" b="1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1224BA3-B37C-0181-70CE-E99993E27A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Come l’utente apre una segnalazione relativa a una applicazione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5C9B39CE-8590-7966-D07E-00303594707B}"/>
              </a:ext>
            </a:extLst>
          </p:cNvPr>
          <p:cNvGrpSpPr/>
          <p:nvPr/>
        </p:nvGrpSpPr>
        <p:grpSpPr>
          <a:xfrm>
            <a:off x="5443140" y="4239418"/>
            <a:ext cx="1305719" cy="1208881"/>
            <a:chOff x="838200" y="1665906"/>
            <a:chExt cx="1096892" cy="1089583"/>
          </a:xfrm>
        </p:grpSpPr>
        <p:pic>
          <p:nvPicPr>
            <p:cNvPr id="5" name="Elemento grafico 4" descr="Profilo femminile contorno">
              <a:extLst>
                <a:ext uri="{FF2B5EF4-FFF2-40B4-BE49-F238E27FC236}">
                  <a16:creationId xmlns:a16="http://schemas.microsoft.com/office/drawing/2014/main" id="{84C67497-61F9-8D78-C51C-D08F1C450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6" name="Elemento grafico 5" descr="Punto interrogativo contorno">
              <a:extLst>
                <a:ext uri="{FF2B5EF4-FFF2-40B4-BE49-F238E27FC236}">
                  <a16:creationId xmlns:a16="http://schemas.microsoft.com/office/drawing/2014/main" id="{41EE612C-F924-593F-36AC-03E625CD3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5986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1FCFAF19-0B3B-759B-6659-09FB34F926B2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COME APRIRE UNA SEGNALAZIONE</a:t>
            </a:r>
            <a:endParaRPr lang="it-IT" sz="3200" dirty="0">
              <a:solidFill>
                <a:schemeClr val="bg1"/>
              </a:solidFill>
            </a:endParaRPr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4256BFDA-19F8-2061-7993-9C9AED573DB0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21" name="Elemento grafico 20" descr="Profilo femminile contorno">
              <a:extLst>
                <a:ext uri="{FF2B5EF4-FFF2-40B4-BE49-F238E27FC236}">
                  <a16:creationId xmlns:a16="http://schemas.microsoft.com/office/drawing/2014/main" id="{F91EF3C9-67C8-70F2-BB38-91938976B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22" name="Elemento grafico 21" descr="Punto interrogativo contorno">
              <a:extLst>
                <a:ext uri="{FF2B5EF4-FFF2-40B4-BE49-F238E27FC236}">
                  <a16:creationId xmlns:a16="http://schemas.microsoft.com/office/drawing/2014/main" id="{DC694777-0AEE-516A-2814-427C48CC9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23" name="Segnaposto contenuto 2">
            <a:extLst>
              <a:ext uri="{FF2B5EF4-FFF2-40B4-BE49-F238E27FC236}">
                <a16:creationId xmlns:a16="http://schemas.microsoft.com/office/drawing/2014/main" id="{C65DE68C-DCBE-2FA8-01CB-F12927D292B4}"/>
              </a:ext>
            </a:extLst>
          </p:cNvPr>
          <p:cNvSpPr txBox="1">
            <a:spLocks/>
          </p:cNvSpPr>
          <p:nvPr/>
        </p:nvSpPr>
        <p:spPr>
          <a:xfrm>
            <a:off x="1340093" y="1096791"/>
            <a:ext cx="10777657" cy="18026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Per aprire una richiesta di supporto, collegarsi al portale di Help Desk al seguente indirizzo: </a:t>
            </a:r>
            <a:r>
              <a:rPr lang="it-IT" u="sng" dirty="0"/>
              <a:t>https://comunegenova.atlassian.net/servicedesk/customer/portal/3</a:t>
            </a:r>
          </a:p>
          <a:p>
            <a:pPr algn="l"/>
            <a:endParaRPr lang="it-IT" dirty="0"/>
          </a:p>
          <a:p>
            <a:pPr algn="l"/>
            <a:r>
              <a:rPr lang="it-IT" dirty="0"/>
              <a:t>Si può accedere al portale di Help Desk direttamente dalla Intranet seguendo questo percorso: </a:t>
            </a:r>
            <a:r>
              <a:rPr lang="it-IT" i="1" dirty="0"/>
              <a:t>Home</a:t>
            </a:r>
            <a:r>
              <a:rPr lang="it-IT" sz="2400" i="1" dirty="0">
                <a:sym typeface="Wingdings" panose="05000000000000000000" pitchFamily="2" charset="2"/>
              </a:rPr>
              <a:t>  </a:t>
            </a:r>
            <a:r>
              <a:rPr lang="it-IT" i="1" dirty="0"/>
              <a:t>Sistemi Informativi</a:t>
            </a:r>
            <a:r>
              <a:rPr lang="it-IT" sz="2400" i="1" dirty="0">
                <a:sym typeface="Wingdings" panose="05000000000000000000" pitchFamily="2" charset="2"/>
              </a:rPr>
              <a:t>  </a:t>
            </a:r>
            <a:r>
              <a:rPr lang="it-IT" i="1" dirty="0"/>
              <a:t>Area dipendente</a:t>
            </a:r>
            <a:r>
              <a:rPr lang="it-IT" sz="2400" i="1" dirty="0">
                <a:sym typeface="Wingdings" panose="05000000000000000000" pitchFamily="2" charset="2"/>
              </a:rPr>
              <a:t>  </a:t>
            </a:r>
            <a:r>
              <a:rPr lang="it-IT" i="1" dirty="0"/>
              <a:t>Assistenza Sistemi Applicativi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E1F4CA2-AD3B-120A-D2B0-2702FC4E1BB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297" r="7215"/>
          <a:stretch/>
        </p:blipFill>
        <p:spPr>
          <a:xfrm>
            <a:off x="228599" y="3026892"/>
            <a:ext cx="4876801" cy="16654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DBBEAA9-DE93-E622-2AE5-FFC098A88471}"/>
              </a:ext>
            </a:extLst>
          </p:cNvPr>
          <p:cNvSpPr/>
          <p:nvPr/>
        </p:nvSpPr>
        <p:spPr>
          <a:xfrm>
            <a:off x="1820159" y="3970297"/>
            <a:ext cx="693980" cy="239698"/>
          </a:xfrm>
          <a:prstGeom prst="roundRect">
            <a:avLst>
              <a:gd name="adj" fmla="val 9216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F07006B-41F2-2A05-BFFE-950F3D4520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280" y="3608463"/>
            <a:ext cx="4876801" cy="2646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2DFC66D7-1673-5E7B-6277-B2F2CCFFDC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300" y="3059172"/>
            <a:ext cx="5211877" cy="3532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E56E15C4-396B-EB33-AE78-39551E3C38C2}"/>
              </a:ext>
            </a:extLst>
          </p:cNvPr>
          <p:cNvSpPr/>
          <p:nvPr/>
        </p:nvSpPr>
        <p:spPr>
          <a:xfrm>
            <a:off x="3453673" y="5762265"/>
            <a:ext cx="1146901" cy="493131"/>
          </a:xfrm>
          <a:prstGeom prst="roundRect">
            <a:avLst>
              <a:gd name="adj" fmla="val 9216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EB471A32-0471-8533-D07B-B81925B19498}"/>
              </a:ext>
            </a:extLst>
          </p:cNvPr>
          <p:cNvSpPr/>
          <p:nvPr/>
        </p:nvSpPr>
        <p:spPr>
          <a:xfrm>
            <a:off x="6591299" y="3058261"/>
            <a:ext cx="5211877" cy="3532883"/>
          </a:xfrm>
          <a:prstGeom prst="roundRect">
            <a:avLst>
              <a:gd name="adj" fmla="val 1937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B001C72C-91B1-AE23-C290-51DAA85B95B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514139" y="4090146"/>
            <a:ext cx="1512985" cy="1672119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E60F120-5600-0223-4BF5-EF7001909B9F}"/>
              </a:ext>
            </a:extLst>
          </p:cNvPr>
          <p:cNvCxnSpPr>
            <a:cxnSpLocks/>
          </p:cNvCxnSpPr>
          <p:nvPr/>
        </p:nvCxnSpPr>
        <p:spPr>
          <a:xfrm>
            <a:off x="4624967" y="6008830"/>
            <a:ext cx="1966331" cy="0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234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78B19EF-A47A-C47F-76AC-031EEA539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328" y="2106398"/>
            <a:ext cx="6210033" cy="38457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FCFAF19-0B3B-759B-6659-09FB34F926B2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REGISTRAZIONE PROPRIO UTENTE SU PORTALE ASSISTENZA</a:t>
            </a:r>
            <a:endParaRPr lang="it-IT" sz="3200" dirty="0">
              <a:solidFill>
                <a:schemeClr val="bg1"/>
              </a:solidFill>
            </a:endParaRP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1A6977BF-415C-C28E-8D42-91BE8CFE01EF}"/>
              </a:ext>
            </a:extLst>
          </p:cNvPr>
          <p:cNvSpPr txBox="1">
            <a:spLocks/>
          </p:cNvSpPr>
          <p:nvPr/>
        </p:nvSpPr>
        <p:spPr>
          <a:xfrm>
            <a:off x="2595716" y="1411599"/>
            <a:ext cx="76691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it-IT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it-IT" dirty="0"/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0E2D9817-E427-5701-57C6-16B7C8B6C2EA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6" name="Elemento grafico 5" descr="Profilo femminile contorno">
              <a:extLst>
                <a:ext uri="{FF2B5EF4-FFF2-40B4-BE49-F238E27FC236}">
                  <a16:creationId xmlns:a16="http://schemas.microsoft.com/office/drawing/2014/main" id="{6592E1D5-B798-73C9-7CD6-220A64447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11" name="Elemento grafico 10" descr="Punto interrogativo contorno">
              <a:extLst>
                <a:ext uri="{FF2B5EF4-FFF2-40B4-BE49-F238E27FC236}">
                  <a16:creationId xmlns:a16="http://schemas.microsoft.com/office/drawing/2014/main" id="{27DB0273-D2A8-8ACA-E691-854D7CB89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22" name="Segnaposto contenuto 2">
            <a:extLst>
              <a:ext uri="{FF2B5EF4-FFF2-40B4-BE49-F238E27FC236}">
                <a16:creationId xmlns:a16="http://schemas.microsoft.com/office/drawing/2014/main" id="{30599985-3E87-40F8-6260-C494B7E2A9BA}"/>
              </a:ext>
            </a:extLst>
          </p:cNvPr>
          <p:cNvSpPr txBox="1">
            <a:spLocks/>
          </p:cNvSpPr>
          <p:nvPr/>
        </p:nvSpPr>
        <p:spPr>
          <a:xfrm>
            <a:off x="1431104" y="1306192"/>
            <a:ext cx="10298782" cy="602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La registrazione sul portale di Help Desk è un passaggio OBBLIGATORIO.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6DBD3AA7-B0CF-39E5-69A9-96B47C675F8B}"/>
              </a:ext>
            </a:extLst>
          </p:cNvPr>
          <p:cNvSpPr/>
          <p:nvPr/>
        </p:nvSpPr>
        <p:spPr>
          <a:xfrm>
            <a:off x="11137242" y="2088145"/>
            <a:ext cx="621219" cy="348766"/>
          </a:xfrm>
          <a:prstGeom prst="roundRect">
            <a:avLst/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D75349CE-2CCF-F954-1B25-160E86353E69}"/>
              </a:ext>
            </a:extLst>
          </p:cNvPr>
          <p:cNvCxnSpPr>
            <a:cxnSpLocks/>
          </p:cNvCxnSpPr>
          <p:nvPr/>
        </p:nvCxnSpPr>
        <p:spPr>
          <a:xfrm>
            <a:off x="9382125" y="1666875"/>
            <a:ext cx="1755117" cy="595653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53300C6-BD41-5A94-95B7-092C8AD1C79D}"/>
              </a:ext>
            </a:extLst>
          </p:cNvPr>
          <p:cNvSpPr txBox="1"/>
          <p:nvPr/>
        </p:nvSpPr>
        <p:spPr>
          <a:xfrm>
            <a:off x="334296" y="2266219"/>
            <a:ext cx="44392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dirty="0">
                <a:solidFill>
                  <a:srgbClr val="152F52"/>
                </a:solidFill>
              </a:rPr>
              <a:t>Nota</a:t>
            </a:r>
            <a:r>
              <a:rPr lang="it-IT" sz="2000" dirty="0"/>
              <a:t>: alcuni moduli permettono la compilazione e l’invio senza registrazione, ma la maggior parte la richiedono. </a:t>
            </a:r>
          </a:p>
        </p:txBody>
      </p:sp>
    </p:spTree>
    <p:extLst>
      <p:ext uri="{BB962C8B-B14F-4D97-AF65-F5344CB8AC3E}">
        <p14:creationId xmlns:p14="http://schemas.microsoft.com/office/powerpoint/2010/main" val="3140496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C2C5F8-4E7D-C18B-141F-8C94203E60F8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COME APRIRE UNA SEGNALAZIONE</a:t>
            </a:r>
            <a:endParaRPr lang="it-IT" sz="3200" dirty="0">
              <a:solidFill>
                <a:schemeClr val="bg1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DA8B0CA-DC14-AF7C-2E6F-D36468CF8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702" y="2064542"/>
            <a:ext cx="6936349" cy="3747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9" name="Gruppo 8">
            <a:extLst>
              <a:ext uri="{FF2B5EF4-FFF2-40B4-BE49-F238E27FC236}">
                <a16:creationId xmlns:a16="http://schemas.microsoft.com/office/drawing/2014/main" id="{AEE1CF85-6A53-AF61-04FE-62679CFBAF24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10" name="Elemento grafico 9" descr="Profilo femminile contorno">
              <a:extLst>
                <a:ext uri="{FF2B5EF4-FFF2-40B4-BE49-F238E27FC236}">
                  <a16:creationId xmlns:a16="http://schemas.microsoft.com/office/drawing/2014/main" id="{09C3F42E-59ED-4C4E-377D-18DF2F421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11" name="Elemento grafico 10" descr="Punto interrogativo contorno">
              <a:extLst>
                <a:ext uri="{FF2B5EF4-FFF2-40B4-BE49-F238E27FC236}">
                  <a16:creationId xmlns:a16="http://schemas.microsoft.com/office/drawing/2014/main" id="{040B396C-0E45-751B-FF89-9187836FD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E2235BD2-D22D-B29E-77C2-666BCA3138C2}"/>
              </a:ext>
            </a:extLst>
          </p:cNvPr>
          <p:cNvSpPr txBox="1">
            <a:spLocks/>
          </p:cNvSpPr>
          <p:nvPr/>
        </p:nvSpPr>
        <p:spPr>
          <a:xfrm>
            <a:off x="1340092" y="1150142"/>
            <a:ext cx="10379959" cy="757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Nel portale è possibile chiedere supporto in base a </a:t>
            </a:r>
            <a:r>
              <a:rPr lang="it-IT" b="1" dirty="0">
                <a:solidFill>
                  <a:srgbClr val="152F52"/>
                </a:solidFill>
              </a:rPr>
              <a:t>diverse tipologie di richieste </a:t>
            </a:r>
            <a:r>
              <a:rPr lang="it-IT" dirty="0"/>
              <a:t>più o meno specifiche.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7545D3A6-7C82-9EE7-D8AC-AAB534E212B4}"/>
              </a:ext>
            </a:extLst>
          </p:cNvPr>
          <p:cNvSpPr/>
          <p:nvPr/>
        </p:nvSpPr>
        <p:spPr>
          <a:xfrm>
            <a:off x="5058697" y="2703813"/>
            <a:ext cx="3524864" cy="511335"/>
          </a:xfrm>
          <a:prstGeom prst="roundRect">
            <a:avLst>
              <a:gd name="adj" fmla="val 9216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385BFC9A-BC46-1E70-67B4-B57E53C35C8A}"/>
              </a:ext>
            </a:extLst>
          </p:cNvPr>
          <p:cNvCxnSpPr>
            <a:cxnSpLocks/>
            <a:stCxn id="21" idx="3"/>
            <a:endCxn id="13" idx="1"/>
          </p:cNvCxnSpPr>
          <p:nvPr/>
        </p:nvCxnSpPr>
        <p:spPr>
          <a:xfrm>
            <a:off x="4266693" y="2906803"/>
            <a:ext cx="792004" cy="52678"/>
          </a:xfrm>
          <a:prstGeom prst="straightConnector1">
            <a:avLst/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2C08B9CC-C57C-A52E-D5DF-98769B6F2645}"/>
              </a:ext>
            </a:extLst>
          </p:cNvPr>
          <p:cNvSpPr txBox="1">
            <a:spLocks/>
          </p:cNvSpPr>
          <p:nvPr/>
        </p:nvSpPr>
        <p:spPr>
          <a:xfrm>
            <a:off x="471949" y="2426018"/>
            <a:ext cx="3794744" cy="9615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600" dirty="0"/>
              <a:t>L’applicativo presenta malfunzionamenti di qualsiasi tipo (sito non raggiungibile, funzionalità che si comportano in maniera anomala…)</a:t>
            </a:r>
          </a:p>
        </p:txBody>
      </p:sp>
      <p:sp>
        <p:nvSpPr>
          <p:cNvPr id="28" name="Segnaposto contenuto 2">
            <a:extLst>
              <a:ext uri="{FF2B5EF4-FFF2-40B4-BE49-F238E27FC236}">
                <a16:creationId xmlns:a16="http://schemas.microsoft.com/office/drawing/2014/main" id="{50F36BB0-4F15-A0C9-DCCE-836B200B9A31}"/>
              </a:ext>
            </a:extLst>
          </p:cNvPr>
          <p:cNvSpPr txBox="1">
            <a:spLocks/>
          </p:cNvSpPr>
          <p:nvPr/>
        </p:nvSpPr>
        <p:spPr>
          <a:xfrm>
            <a:off x="471949" y="3625028"/>
            <a:ext cx="3794744" cy="9615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600" dirty="0"/>
              <a:t>Si vuole richiedere il supporto di un amministratore dell'applicazione per azioni specifiche, come la gestione delle utenze, la copia dei dati…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1F6C596-2415-D9A6-910B-0E4E3051CA28}"/>
              </a:ext>
            </a:extLst>
          </p:cNvPr>
          <p:cNvSpPr/>
          <p:nvPr/>
        </p:nvSpPr>
        <p:spPr>
          <a:xfrm>
            <a:off x="5058697" y="3733305"/>
            <a:ext cx="5943600" cy="733209"/>
          </a:xfrm>
          <a:prstGeom prst="roundRect">
            <a:avLst/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C0550F6C-4BDD-AD14-D3C7-889800BE39AE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4266693" y="4099910"/>
            <a:ext cx="792004" cy="5903"/>
          </a:xfrm>
          <a:prstGeom prst="straightConnector1">
            <a:avLst/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Segnaposto contenuto 2">
            <a:extLst>
              <a:ext uri="{FF2B5EF4-FFF2-40B4-BE49-F238E27FC236}">
                <a16:creationId xmlns:a16="http://schemas.microsoft.com/office/drawing/2014/main" id="{7E111778-47C0-C500-B475-F1812815BA07}"/>
              </a:ext>
            </a:extLst>
          </p:cNvPr>
          <p:cNvSpPr txBox="1">
            <a:spLocks/>
          </p:cNvSpPr>
          <p:nvPr/>
        </p:nvSpPr>
        <p:spPr>
          <a:xfrm>
            <a:off x="471949" y="4863536"/>
            <a:ext cx="3794744" cy="765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600" dirty="0"/>
              <a:t>Sono necessarie evolutive all’applicativo, ad esempio, nuove funzionalità o estensioni di quanto l’applicativo svolge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9EB5E213-3561-4538-63F4-E38CB6103B55}"/>
              </a:ext>
            </a:extLst>
          </p:cNvPr>
          <p:cNvSpPr/>
          <p:nvPr/>
        </p:nvSpPr>
        <p:spPr>
          <a:xfrm>
            <a:off x="5058697" y="4958360"/>
            <a:ext cx="2403987" cy="544109"/>
          </a:xfrm>
          <a:prstGeom prst="roundRect">
            <a:avLst/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122E7410-51D2-7477-AFC4-820DC57355E8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 flipV="1">
            <a:off x="4266693" y="5230415"/>
            <a:ext cx="792004" cy="15827"/>
          </a:xfrm>
          <a:prstGeom prst="straightConnector1">
            <a:avLst/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60977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FAC8A38-4D9A-229C-B128-80EF17721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92" y="1081185"/>
            <a:ext cx="5584723" cy="50484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C2C5F8-4E7D-C18B-141F-8C94203E60F8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COME APRIRE UNA SEGNALAZIONE</a:t>
            </a:r>
            <a:endParaRPr lang="it-IT" sz="3200" dirty="0">
              <a:solidFill>
                <a:schemeClr val="bg1"/>
              </a:solidFill>
            </a:endParaRP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AEE1CF85-6A53-AF61-04FE-62679CFBAF24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10" name="Elemento grafico 9" descr="Profilo femminile contorno">
              <a:extLst>
                <a:ext uri="{FF2B5EF4-FFF2-40B4-BE49-F238E27FC236}">
                  <a16:creationId xmlns:a16="http://schemas.microsoft.com/office/drawing/2014/main" id="{09C3F42E-59ED-4C4E-377D-18DF2F421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11" name="Elemento grafico 10" descr="Punto interrogativo contorno">
              <a:extLst>
                <a:ext uri="{FF2B5EF4-FFF2-40B4-BE49-F238E27FC236}">
                  <a16:creationId xmlns:a16="http://schemas.microsoft.com/office/drawing/2014/main" id="{040B396C-0E45-751B-FF89-9187836FD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E2235BD2-D22D-B29E-77C2-666BCA3138C2}"/>
              </a:ext>
            </a:extLst>
          </p:cNvPr>
          <p:cNvSpPr txBox="1">
            <a:spLocks/>
          </p:cNvSpPr>
          <p:nvPr/>
        </p:nvSpPr>
        <p:spPr>
          <a:xfrm>
            <a:off x="757085" y="2436910"/>
            <a:ext cx="4854231" cy="1249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2000" dirty="0"/>
              <a:t>Nel portale si trovano anche alcune tipologie di richieste specifiche su alcuni ambiti, che guidano in maniera ancora più dettagliata l’utente.</a:t>
            </a:r>
          </a:p>
          <a:p>
            <a:pPr algn="just"/>
            <a:endParaRPr lang="it-IT" sz="2000" dirty="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1F6C596-2415-D9A6-910B-0E4E3051CA28}"/>
              </a:ext>
            </a:extLst>
          </p:cNvPr>
          <p:cNvSpPr/>
          <p:nvPr/>
        </p:nvSpPr>
        <p:spPr>
          <a:xfrm>
            <a:off x="5965663" y="1150142"/>
            <a:ext cx="5359561" cy="4907758"/>
          </a:xfrm>
          <a:prstGeom prst="roundRect">
            <a:avLst>
              <a:gd name="adj" fmla="val 2815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69888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C2C5F8-4E7D-C18B-141F-8C94203E60F8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COME APRIRE UNA SEGNALAZIONE</a:t>
            </a:r>
            <a:endParaRPr lang="it-IT" sz="3200" dirty="0">
              <a:solidFill>
                <a:schemeClr val="bg1"/>
              </a:solidFill>
            </a:endParaRP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89F02998-952C-04ED-71AE-CDF63D187EC7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9" name="Elemento grafico 8" descr="Profilo femminile contorno">
              <a:extLst>
                <a:ext uri="{FF2B5EF4-FFF2-40B4-BE49-F238E27FC236}">
                  <a16:creationId xmlns:a16="http://schemas.microsoft.com/office/drawing/2014/main" id="{4F674318-AD4E-F505-F785-E9B3FCC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10" name="Elemento grafico 9" descr="Punto interrogativo contorno">
              <a:extLst>
                <a:ext uri="{FF2B5EF4-FFF2-40B4-BE49-F238E27FC236}">
                  <a16:creationId xmlns:a16="http://schemas.microsoft.com/office/drawing/2014/main" id="{D7ED8154-2931-D8C7-A789-AE04FF971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pic>
        <p:nvPicPr>
          <p:cNvPr id="12" name="Immagine 11">
            <a:extLst>
              <a:ext uri="{FF2B5EF4-FFF2-40B4-BE49-F238E27FC236}">
                <a16:creationId xmlns:a16="http://schemas.microsoft.com/office/drawing/2014/main" id="{381694F9-D5DE-1961-3D41-E7457B0C8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2" y="2134215"/>
            <a:ext cx="6049398" cy="15377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253032BC-4205-0CCD-714B-0388D973E39B}"/>
              </a:ext>
            </a:extLst>
          </p:cNvPr>
          <p:cNvSpPr txBox="1">
            <a:spLocks/>
          </p:cNvSpPr>
          <p:nvPr/>
        </p:nvSpPr>
        <p:spPr>
          <a:xfrm>
            <a:off x="1340092" y="1150142"/>
            <a:ext cx="10379959" cy="757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b="1" dirty="0">
                <a:solidFill>
                  <a:srgbClr val="152F52"/>
                </a:solidFill>
              </a:rPr>
              <a:t>ESEMPIO</a:t>
            </a:r>
            <a:r>
              <a:rPr lang="it-IT" dirty="0"/>
              <a:t>: apertura di una segnalazione di un malfunzionamento su un applicativo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9D455F59-13AE-3CB1-204B-91AC6EA69416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876675" y="2813270"/>
            <a:ext cx="1828493" cy="2301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D99FA138-CAB8-0E12-C9FD-F52DD18440D5}"/>
              </a:ext>
            </a:extLst>
          </p:cNvPr>
          <p:cNvSpPr/>
          <p:nvPr/>
        </p:nvSpPr>
        <p:spPr>
          <a:xfrm>
            <a:off x="371475" y="2553961"/>
            <a:ext cx="3505200" cy="523220"/>
          </a:xfrm>
          <a:prstGeom prst="roundRect">
            <a:avLst/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B1D02D0-B54B-12EF-F3B7-347A486903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5168" y="1695832"/>
            <a:ext cx="5481484" cy="4449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4683BE80-BD62-0676-BA6D-4ECC0F94A466}"/>
              </a:ext>
            </a:extLst>
          </p:cNvPr>
          <p:cNvSpPr/>
          <p:nvPr/>
        </p:nvSpPr>
        <p:spPr>
          <a:xfrm>
            <a:off x="5965723" y="5452190"/>
            <a:ext cx="4122174" cy="511335"/>
          </a:xfrm>
          <a:prstGeom prst="roundRect">
            <a:avLst/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3" name="Segnaposto contenuto 2">
            <a:extLst>
              <a:ext uri="{FF2B5EF4-FFF2-40B4-BE49-F238E27FC236}">
                <a16:creationId xmlns:a16="http://schemas.microsoft.com/office/drawing/2014/main" id="{4782D5FE-80BF-5141-DE95-9FA238BB2569}"/>
              </a:ext>
            </a:extLst>
          </p:cNvPr>
          <p:cNvSpPr txBox="1">
            <a:spLocks/>
          </p:cNvSpPr>
          <p:nvPr/>
        </p:nvSpPr>
        <p:spPr>
          <a:xfrm>
            <a:off x="1541924" y="5227073"/>
            <a:ext cx="3488117" cy="961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600" dirty="0"/>
              <a:t>Selezionare questa voce per segnalare una anomalia nell’applicazione che si sta utilizzando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C44528E1-9F1A-A6B3-E1AC-8E571B055449}"/>
              </a:ext>
            </a:extLst>
          </p:cNvPr>
          <p:cNvCxnSpPr>
            <a:cxnSpLocks/>
            <a:stCxn id="23" idx="3"/>
            <a:endCxn id="22" idx="1"/>
          </p:cNvCxnSpPr>
          <p:nvPr/>
        </p:nvCxnSpPr>
        <p:spPr>
          <a:xfrm>
            <a:off x="5030041" y="5707858"/>
            <a:ext cx="935682" cy="0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4DD6B26F-0C7C-26D2-54AA-F35DFCF89101}"/>
              </a:ext>
            </a:extLst>
          </p:cNvPr>
          <p:cNvSpPr/>
          <p:nvPr/>
        </p:nvSpPr>
        <p:spPr>
          <a:xfrm>
            <a:off x="3756983" y="2274335"/>
            <a:ext cx="55065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1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BE7C63E3-32B4-6567-CA70-EAADA904CB08}"/>
              </a:ext>
            </a:extLst>
          </p:cNvPr>
          <p:cNvSpPr/>
          <p:nvPr/>
        </p:nvSpPr>
        <p:spPr>
          <a:xfrm>
            <a:off x="9979921" y="5223965"/>
            <a:ext cx="55065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2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61559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magine 35">
            <a:extLst>
              <a:ext uri="{FF2B5EF4-FFF2-40B4-BE49-F238E27FC236}">
                <a16:creationId xmlns:a16="http://schemas.microsoft.com/office/drawing/2014/main" id="{5DE1B133-419E-8109-4A45-56BA43464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042" y="1730242"/>
            <a:ext cx="6143911" cy="46110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C2C5F8-4E7D-C18B-141F-8C94203E60F8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COME APRIRE UNA SEGNALAZIONE</a:t>
            </a:r>
            <a:endParaRPr lang="it-IT" sz="3200" dirty="0">
              <a:solidFill>
                <a:schemeClr val="bg1"/>
              </a:solidFill>
            </a:endParaRP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0D20E3F1-810F-357C-A44D-43F859FD2D4E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9" name="Elemento grafico 8" descr="Profilo femminile contorno">
              <a:extLst>
                <a:ext uri="{FF2B5EF4-FFF2-40B4-BE49-F238E27FC236}">
                  <a16:creationId xmlns:a16="http://schemas.microsoft.com/office/drawing/2014/main" id="{C8E64238-908C-E2B4-A7BD-8CB6D1820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10" name="Elemento grafico 9" descr="Punto interrogativo contorno">
              <a:extLst>
                <a:ext uri="{FF2B5EF4-FFF2-40B4-BE49-F238E27FC236}">
                  <a16:creationId xmlns:a16="http://schemas.microsoft.com/office/drawing/2014/main" id="{E193E421-5FF0-8839-57B6-40C01FD7F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5C1BDB21-CAEF-6FB4-F96B-4B445F2EF264}"/>
              </a:ext>
            </a:extLst>
          </p:cNvPr>
          <p:cNvSpPr txBox="1">
            <a:spLocks/>
          </p:cNvSpPr>
          <p:nvPr/>
        </p:nvSpPr>
        <p:spPr>
          <a:xfrm>
            <a:off x="1340092" y="1150142"/>
            <a:ext cx="10379959" cy="757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/>
              <a:t>Procedere compilando i campi della pagina seguente, attenzione, alcuni campi sono obbligatori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3096B549-5811-FFE8-4A32-B0885A2C8498}"/>
              </a:ext>
            </a:extLst>
          </p:cNvPr>
          <p:cNvSpPr/>
          <p:nvPr/>
        </p:nvSpPr>
        <p:spPr>
          <a:xfrm>
            <a:off x="5579810" y="4884481"/>
            <a:ext cx="4735766" cy="475386"/>
          </a:xfrm>
          <a:prstGeom prst="roundRect">
            <a:avLst/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DE20A1F0-75A2-E7B3-BF59-9FDCE2F1CE92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>
            <a:off x="4498567" y="4289447"/>
            <a:ext cx="1081243" cy="832727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FD9CBBC6-4C47-96A8-2DDD-0EB1F6E1EEC2}"/>
              </a:ext>
            </a:extLst>
          </p:cNvPr>
          <p:cNvSpPr txBox="1">
            <a:spLocks/>
          </p:cNvSpPr>
          <p:nvPr/>
        </p:nvSpPr>
        <p:spPr>
          <a:xfrm>
            <a:off x="2305974" y="4035754"/>
            <a:ext cx="2192593" cy="5073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600" dirty="0"/>
              <a:t>Titolo che si vuole dare alla segnalazione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C115D098-6FFE-72F0-ADDA-3E617BF2813C}"/>
              </a:ext>
            </a:extLst>
          </p:cNvPr>
          <p:cNvSpPr/>
          <p:nvPr/>
        </p:nvSpPr>
        <p:spPr>
          <a:xfrm>
            <a:off x="5579810" y="5430199"/>
            <a:ext cx="4735766" cy="833553"/>
          </a:xfrm>
          <a:prstGeom prst="roundRect">
            <a:avLst>
              <a:gd name="adj" fmla="val 10953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28FDCBB5-DD3F-4215-AA1A-D62EA1A91384}"/>
              </a:ext>
            </a:extLst>
          </p:cNvPr>
          <p:cNvCxnSpPr>
            <a:cxnSpLocks/>
            <a:stCxn id="26" idx="3"/>
            <a:endCxn id="24" idx="1"/>
          </p:cNvCxnSpPr>
          <p:nvPr/>
        </p:nvCxnSpPr>
        <p:spPr>
          <a:xfrm>
            <a:off x="4498567" y="5122174"/>
            <a:ext cx="1081243" cy="724802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egnaposto contenuto 2">
            <a:extLst>
              <a:ext uri="{FF2B5EF4-FFF2-40B4-BE49-F238E27FC236}">
                <a16:creationId xmlns:a16="http://schemas.microsoft.com/office/drawing/2014/main" id="{8C0734DB-1E7F-E291-FCF5-7B17A91B78B5}"/>
              </a:ext>
            </a:extLst>
          </p:cNvPr>
          <p:cNvSpPr txBox="1">
            <a:spLocks/>
          </p:cNvSpPr>
          <p:nvPr/>
        </p:nvSpPr>
        <p:spPr>
          <a:xfrm>
            <a:off x="2388597" y="4698217"/>
            <a:ext cx="2109970" cy="847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600" dirty="0"/>
              <a:t>È possibile allegare immagini/file alla segnalazione</a:t>
            </a:r>
          </a:p>
        </p:txBody>
      </p:sp>
    </p:spTree>
    <p:extLst>
      <p:ext uri="{BB962C8B-B14F-4D97-AF65-F5344CB8AC3E}">
        <p14:creationId xmlns:p14="http://schemas.microsoft.com/office/powerpoint/2010/main" val="2974344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>
            <a:extLst>
              <a:ext uri="{FF2B5EF4-FFF2-40B4-BE49-F238E27FC236}">
                <a16:creationId xmlns:a16="http://schemas.microsoft.com/office/drawing/2014/main" id="{0FA2E232-02C6-3A3F-08DF-0730A2566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657" y="1260758"/>
            <a:ext cx="5909344" cy="4832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C2C5F8-4E7D-C18B-141F-8C94203E60F8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COME APRIRE UNA SEGNALAZIONE</a:t>
            </a:r>
            <a:endParaRPr lang="it-IT" sz="3200" dirty="0">
              <a:solidFill>
                <a:schemeClr val="bg1"/>
              </a:solidFill>
            </a:endParaRP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9079FDB9-248F-C84E-A487-744CAFF53A2D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9" name="Elemento grafico 8" descr="Profilo femminile contorno">
              <a:extLst>
                <a:ext uri="{FF2B5EF4-FFF2-40B4-BE49-F238E27FC236}">
                  <a16:creationId xmlns:a16="http://schemas.microsoft.com/office/drawing/2014/main" id="{5B2F31A9-2958-42BC-6931-5C1956190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10" name="Elemento grafico 9" descr="Punto interrogativo contorno">
              <a:extLst>
                <a:ext uri="{FF2B5EF4-FFF2-40B4-BE49-F238E27FC236}">
                  <a16:creationId xmlns:a16="http://schemas.microsoft.com/office/drawing/2014/main" id="{5EBFF7A7-8F2F-3C72-99CD-2ED79B8D4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F8B39E50-4437-4E72-9091-A2054D1D0163}"/>
              </a:ext>
            </a:extLst>
          </p:cNvPr>
          <p:cNvSpPr/>
          <p:nvPr/>
        </p:nvSpPr>
        <p:spPr>
          <a:xfrm>
            <a:off x="5815068" y="1463552"/>
            <a:ext cx="4557657" cy="508123"/>
          </a:xfrm>
          <a:prstGeom prst="roundRect">
            <a:avLst>
              <a:gd name="adj" fmla="val 9685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02060BF3-43D9-47A9-5E74-57EEE5F683F2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4914756" y="1717614"/>
            <a:ext cx="900312" cy="10945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82FCF88A-4F21-EEE0-4B90-9C7564A1D8C5}"/>
              </a:ext>
            </a:extLst>
          </p:cNvPr>
          <p:cNvSpPr txBox="1">
            <a:spLocks/>
          </p:cNvSpPr>
          <p:nvPr/>
        </p:nvSpPr>
        <p:spPr>
          <a:xfrm>
            <a:off x="1303551" y="997343"/>
            <a:ext cx="3611205" cy="1462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600" dirty="0"/>
              <a:t>Selezionare dal menu a tendina l’applicativo software per cui si sta aprendo la segnalazione. Se non presente nell’elenco selezionare la voce «Altro» e indicare il nome nella descrizione sottostante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069E6947-327F-9AB4-40B2-86FA35F299C2}"/>
              </a:ext>
            </a:extLst>
          </p:cNvPr>
          <p:cNvSpPr/>
          <p:nvPr/>
        </p:nvSpPr>
        <p:spPr>
          <a:xfrm>
            <a:off x="5815068" y="2037520"/>
            <a:ext cx="4557657" cy="1562783"/>
          </a:xfrm>
          <a:prstGeom prst="roundRect">
            <a:avLst>
              <a:gd name="adj" fmla="val 5953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05AFA822-D246-85F0-7547-1CAFA491F8F5}"/>
              </a:ext>
            </a:extLst>
          </p:cNvPr>
          <p:cNvCxnSpPr>
            <a:cxnSpLocks/>
            <a:stCxn id="23" idx="3"/>
            <a:endCxn id="21" idx="1"/>
          </p:cNvCxnSpPr>
          <p:nvPr/>
        </p:nvCxnSpPr>
        <p:spPr>
          <a:xfrm flipV="1">
            <a:off x="4793715" y="2818912"/>
            <a:ext cx="1021353" cy="146524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egnaposto contenuto 2">
            <a:extLst>
              <a:ext uri="{FF2B5EF4-FFF2-40B4-BE49-F238E27FC236}">
                <a16:creationId xmlns:a16="http://schemas.microsoft.com/office/drawing/2014/main" id="{FE013499-8100-CAAF-1977-A83C61BE7CD7}"/>
              </a:ext>
            </a:extLst>
          </p:cNvPr>
          <p:cNvSpPr txBox="1">
            <a:spLocks/>
          </p:cNvSpPr>
          <p:nvPr/>
        </p:nvSpPr>
        <p:spPr>
          <a:xfrm>
            <a:off x="1171142" y="2812335"/>
            <a:ext cx="3622573" cy="3062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600" dirty="0"/>
              <a:t>Descrivere qui nel dettaglio la richiesta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D67F056F-15DF-C2ED-F3D6-BA8A81B38D86}"/>
              </a:ext>
            </a:extLst>
          </p:cNvPr>
          <p:cNvSpPr/>
          <p:nvPr/>
        </p:nvSpPr>
        <p:spPr>
          <a:xfrm>
            <a:off x="5815068" y="3757738"/>
            <a:ext cx="4557657" cy="747587"/>
          </a:xfrm>
          <a:prstGeom prst="roundRect">
            <a:avLst>
              <a:gd name="adj" fmla="val 11571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FEF80EDC-3B03-9F6B-8AEF-CB9B85C6CAC4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>
            <a:off x="4898491" y="3916992"/>
            <a:ext cx="916577" cy="214540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egnaposto contenuto 2">
            <a:extLst>
              <a:ext uri="{FF2B5EF4-FFF2-40B4-BE49-F238E27FC236}">
                <a16:creationId xmlns:a16="http://schemas.microsoft.com/office/drawing/2014/main" id="{B9C738D2-461E-C448-18BC-50119DCF1E82}"/>
              </a:ext>
            </a:extLst>
          </p:cNvPr>
          <p:cNvSpPr txBox="1">
            <a:spLocks/>
          </p:cNvSpPr>
          <p:nvPr/>
        </p:nvSpPr>
        <p:spPr>
          <a:xfrm>
            <a:off x="257175" y="3763891"/>
            <a:ext cx="4641316" cy="3062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600" dirty="0"/>
              <a:t>Indicare l’urgenza con cui si necessita un intervento*</a:t>
            </a:r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4586F772-180A-F7F0-27F1-50DECB65A602}"/>
              </a:ext>
            </a:extLst>
          </p:cNvPr>
          <p:cNvSpPr/>
          <p:nvPr/>
        </p:nvSpPr>
        <p:spPr>
          <a:xfrm>
            <a:off x="5815068" y="4662760"/>
            <a:ext cx="4557657" cy="687093"/>
          </a:xfrm>
          <a:prstGeom prst="roundRect">
            <a:avLst>
              <a:gd name="adj" fmla="val 8349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24429A5A-9C10-37CA-61D8-459A95627A41}"/>
              </a:ext>
            </a:extLst>
          </p:cNvPr>
          <p:cNvCxnSpPr>
            <a:cxnSpLocks/>
            <a:stCxn id="38" idx="3"/>
            <a:endCxn id="36" idx="1"/>
          </p:cNvCxnSpPr>
          <p:nvPr/>
        </p:nvCxnSpPr>
        <p:spPr>
          <a:xfrm>
            <a:off x="4778628" y="5006307"/>
            <a:ext cx="1036440" cy="0"/>
          </a:xfrm>
          <a:prstGeom prst="straightConnector1">
            <a:avLst/>
          </a:prstGeom>
          <a:ln w="38100">
            <a:solidFill>
              <a:srgbClr val="EB70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egnaposto contenuto 2">
            <a:extLst>
              <a:ext uri="{FF2B5EF4-FFF2-40B4-BE49-F238E27FC236}">
                <a16:creationId xmlns:a16="http://schemas.microsoft.com/office/drawing/2014/main" id="{E2A21E94-9841-68D3-B869-563015257DC7}"/>
              </a:ext>
            </a:extLst>
          </p:cNvPr>
          <p:cNvSpPr txBox="1">
            <a:spLocks/>
          </p:cNvSpPr>
          <p:nvPr/>
        </p:nvSpPr>
        <p:spPr>
          <a:xfrm>
            <a:off x="257175" y="4744697"/>
            <a:ext cx="4521453" cy="5232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600" dirty="0"/>
              <a:t>È possibile indicare anche una data di deadline, entro cui la segnalazione deve essere risolta*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CBE2CD4-9328-CF39-9852-83085B4F991F}"/>
              </a:ext>
            </a:extLst>
          </p:cNvPr>
          <p:cNvSpPr txBox="1"/>
          <p:nvPr/>
        </p:nvSpPr>
        <p:spPr>
          <a:xfrm>
            <a:off x="1403255" y="5805151"/>
            <a:ext cx="34117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dirty="0"/>
              <a:t>(*) </a:t>
            </a:r>
            <a:r>
              <a:rPr lang="it-IT" sz="1400" i="1" dirty="0"/>
              <a:t>Dati non vincolanti, ma indicativi relativamente all’urgenza della lavorazione</a:t>
            </a:r>
          </a:p>
        </p:txBody>
      </p:sp>
    </p:spTree>
    <p:extLst>
      <p:ext uri="{BB962C8B-B14F-4D97-AF65-F5344CB8AC3E}">
        <p14:creationId xmlns:p14="http://schemas.microsoft.com/office/powerpoint/2010/main" val="3906446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C2C5F8-4E7D-C18B-141F-8C94203E60F8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MAIL DI RIEPILOGO SEGNALAZIONE</a:t>
            </a:r>
            <a:endParaRPr lang="it-IT" sz="3200" dirty="0">
              <a:solidFill>
                <a:schemeClr val="bg1"/>
              </a:solidFill>
            </a:endParaRP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396D20C3-FA3C-C047-C5E3-9FEAF9344AF9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6" name="Elemento grafico 5" descr="Profilo femminile contorno">
              <a:extLst>
                <a:ext uri="{FF2B5EF4-FFF2-40B4-BE49-F238E27FC236}">
                  <a16:creationId xmlns:a16="http://schemas.microsoft.com/office/drawing/2014/main" id="{567E10A0-74CD-F954-F74A-7FD3CB5C1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9" name="Elemento grafico 8" descr="Punto interrogativo contorno">
              <a:extLst>
                <a:ext uri="{FF2B5EF4-FFF2-40B4-BE49-F238E27FC236}">
                  <a16:creationId xmlns:a16="http://schemas.microsoft.com/office/drawing/2014/main" id="{CE39D5C4-F34C-2B8A-5E99-E2AFA6B6B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14259A22-3565-2F71-EDD5-88C4E9E9BD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3236" y="2172868"/>
            <a:ext cx="8413830" cy="38457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4C2C06C-D8C3-4824-F933-3038815E92C6}"/>
              </a:ext>
            </a:extLst>
          </p:cNvPr>
          <p:cNvSpPr/>
          <p:nvPr/>
        </p:nvSpPr>
        <p:spPr>
          <a:xfrm>
            <a:off x="3581399" y="4686300"/>
            <a:ext cx="1209675" cy="238125"/>
          </a:xfrm>
          <a:prstGeom prst="roundRect">
            <a:avLst>
              <a:gd name="adj" fmla="val 9216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D06A4D2E-2C03-CA12-4E67-E85652864A3B}"/>
              </a:ext>
            </a:extLst>
          </p:cNvPr>
          <p:cNvCxnSpPr>
            <a:cxnSpLocks/>
            <a:stCxn id="10" idx="3"/>
            <a:endCxn id="2" idx="1"/>
          </p:cNvCxnSpPr>
          <p:nvPr/>
        </p:nvCxnSpPr>
        <p:spPr>
          <a:xfrm>
            <a:off x="2261971" y="4229100"/>
            <a:ext cx="1319428" cy="576263"/>
          </a:xfrm>
          <a:prstGeom prst="straightConnector1">
            <a:avLst/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1159192-D58D-7813-C5D8-A42B85B1535A}"/>
              </a:ext>
            </a:extLst>
          </p:cNvPr>
          <p:cNvSpPr txBox="1">
            <a:spLocks/>
          </p:cNvSpPr>
          <p:nvPr/>
        </p:nvSpPr>
        <p:spPr>
          <a:xfrm>
            <a:off x="1606590" y="1264109"/>
            <a:ext cx="8896350" cy="578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2000" dirty="0"/>
              <a:t>ESEMPIO di mail di riepilogo che si riceve dopo l’inserimento di una segnalazione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8BDFD6D1-E970-4F4F-24D3-9F9D0F7498DD}"/>
              </a:ext>
            </a:extLst>
          </p:cNvPr>
          <p:cNvSpPr txBox="1">
            <a:spLocks/>
          </p:cNvSpPr>
          <p:nvPr/>
        </p:nvSpPr>
        <p:spPr>
          <a:xfrm>
            <a:off x="423213" y="3771899"/>
            <a:ext cx="1838758" cy="91440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1600" dirty="0"/>
              <a:t>Cliccando sul link si accede al portale per visualizzare la richiesta</a:t>
            </a:r>
          </a:p>
        </p:txBody>
      </p:sp>
    </p:spTree>
    <p:extLst>
      <p:ext uri="{BB962C8B-B14F-4D97-AF65-F5344CB8AC3E}">
        <p14:creationId xmlns:p14="http://schemas.microsoft.com/office/powerpoint/2010/main" val="268763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C2C5F8-4E7D-C18B-141F-8C94203E60F8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RIEPILOGO SEGNALAZIONE CREATA</a:t>
            </a:r>
            <a:endParaRPr lang="it-IT" sz="3200" dirty="0">
              <a:solidFill>
                <a:schemeClr val="bg1"/>
              </a:solidFill>
            </a:endParaRP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396D20C3-FA3C-C047-C5E3-9FEAF9344AF9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6" name="Elemento grafico 5" descr="Profilo femminile contorno">
              <a:extLst>
                <a:ext uri="{FF2B5EF4-FFF2-40B4-BE49-F238E27FC236}">
                  <a16:creationId xmlns:a16="http://schemas.microsoft.com/office/drawing/2014/main" id="{567E10A0-74CD-F954-F74A-7FD3CB5C1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9" name="Elemento grafico 8" descr="Punto interrogativo contorno">
              <a:extLst>
                <a:ext uri="{FF2B5EF4-FFF2-40B4-BE49-F238E27FC236}">
                  <a16:creationId xmlns:a16="http://schemas.microsoft.com/office/drawing/2014/main" id="{CE39D5C4-F34C-2B8A-5E99-E2AFA6B6B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pic>
        <p:nvPicPr>
          <p:cNvPr id="7" name="Immagine 6">
            <a:extLst>
              <a:ext uri="{FF2B5EF4-FFF2-40B4-BE49-F238E27FC236}">
                <a16:creationId xmlns:a16="http://schemas.microsoft.com/office/drawing/2014/main" id="{CE4055CA-2BC9-2962-0027-77D4507E8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072" y="1150142"/>
            <a:ext cx="6335856" cy="48951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779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C2C5F8-4E7D-C18B-141F-8C94203E60F8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COME SEGUIRE LO STATO DELLA SEGNALAZIONE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52CDA34E-8375-C90C-592F-F96FC57C5D97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6" name="Elemento grafico 5" descr="Profilo femminile contorno">
              <a:extLst>
                <a:ext uri="{FF2B5EF4-FFF2-40B4-BE49-F238E27FC236}">
                  <a16:creationId xmlns:a16="http://schemas.microsoft.com/office/drawing/2014/main" id="{76E81DE9-D41C-1E32-AAD0-1E20E3C16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9" name="Elemento grafico 8" descr="Punto interrogativo contorno">
              <a:extLst>
                <a:ext uri="{FF2B5EF4-FFF2-40B4-BE49-F238E27FC236}">
                  <a16:creationId xmlns:a16="http://schemas.microsoft.com/office/drawing/2014/main" id="{55FD7EF5-6CCF-7CA0-0031-4E1BBA0B0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69B06EEA-1972-104D-3E2D-1B9965FEFDBA}"/>
              </a:ext>
            </a:extLst>
          </p:cNvPr>
          <p:cNvSpPr txBox="1">
            <a:spLocks/>
          </p:cNvSpPr>
          <p:nvPr/>
        </p:nvSpPr>
        <p:spPr>
          <a:xfrm>
            <a:off x="1606590" y="1245059"/>
            <a:ext cx="9890086" cy="964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2000" dirty="0"/>
              <a:t>Per seguire lo stato delle segnalazioni aperte, fare click su «</a:t>
            </a:r>
            <a:r>
              <a:rPr lang="it-IT" sz="2000" i="1" dirty="0"/>
              <a:t>Richieste</a:t>
            </a:r>
            <a:r>
              <a:rPr lang="it-IT" sz="2000" dirty="0"/>
              <a:t>» e selezionare «</a:t>
            </a:r>
            <a:r>
              <a:rPr lang="it-IT" sz="2000" i="1" dirty="0"/>
              <a:t>Create da me</a:t>
            </a:r>
            <a:r>
              <a:rPr lang="it-IT" sz="2000" dirty="0"/>
              <a:t>».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2700C713-4608-DBE4-4676-84497E0083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5813" y="2180360"/>
            <a:ext cx="7913700" cy="30758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98C01301-1BAF-D5C4-83EE-47AEA7DC70B5}"/>
              </a:ext>
            </a:extLst>
          </p:cNvPr>
          <p:cNvSpPr/>
          <p:nvPr/>
        </p:nvSpPr>
        <p:spPr>
          <a:xfrm>
            <a:off x="9544050" y="2180360"/>
            <a:ext cx="1362074" cy="1124815"/>
          </a:xfrm>
          <a:prstGeom prst="roundRect">
            <a:avLst>
              <a:gd name="adj" fmla="val 5189"/>
            </a:avLst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BCA8497B-845C-41D7-4CA2-8DAA6AD3C879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8829675" y="1553260"/>
            <a:ext cx="1395412" cy="627100"/>
          </a:xfrm>
          <a:prstGeom prst="straightConnector1">
            <a:avLst/>
          </a:prstGeom>
          <a:noFill/>
          <a:ln w="38100">
            <a:solidFill>
              <a:srgbClr val="EB70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F049AAC-1A89-C857-C418-A79E9C5BC869}"/>
              </a:ext>
            </a:extLst>
          </p:cNvPr>
          <p:cNvSpPr txBox="1"/>
          <p:nvPr/>
        </p:nvSpPr>
        <p:spPr>
          <a:xfrm>
            <a:off x="531450" y="2943227"/>
            <a:ext cx="2371724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it-IT" sz="1800" dirty="0"/>
              <a:t>Si visualizza l’elenco delle segnalazioni ognuna delle quali può essere aperta per </a:t>
            </a:r>
            <a:r>
              <a:rPr lang="it-IT" sz="1800" b="1" dirty="0">
                <a:solidFill>
                  <a:srgbClr val="152F52"/>
                </a:solidFill>
              </a:rPr>
              <a:t>verificare/integrare </a:t>
            </a:r>
            <a:r>
              <a:rPr lang="it-IT" sz="1800" dirty="0"/>
              <a:t>i dettagli</a:t>
            </a:r>
          </a:p>
        </p:txBody>
      </p:sp>
    </p:spTree>
    <p:extLst>
      <p:ext uri="{BB962C8B-B14F-4D97-AF65-F5344CB8AC3E}">
        <p14:creationId xmlns:p14="http://schemas.microsoft.com/office/powerpoint/2010/main" val="717080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C2C5F8-4E7D-C18B-141F-8C94203E60F8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POSSIBILI RICHIESTE DI INTEGRAZIONI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68D68CA4-5550-81F3-B86F-2D1C63A9AC09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5" name="Elemento grafico 4" descr="Profilo femminile contorno">
              <a:extLst>
                <a:ext uri="{FF2B5EF4-FFF2-40B4-BE49-F238E27FC236}">
                  <a16:creationId xmlns:a16="http://schemas.microsoft.com/office/drawing/2014/main" id="{53CF3080-0F4A-5528-E6A4-02C8EFB62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6" name="Elemento grafico 5" descr="Punto interrogativo contorno">
              <a:extLst>
                <a:ext uri="{FF2B5EF4-FFF2-40B4-BE49-F238E27FC236}">
                  <a16:creationId xmlns:a16="http://schemas.microsoft.com/office/drawing/2014/main" id="{DC6931D0-EB05-8682-6208-88D32F765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8CD17B53-9EAA-4D7F-0591-FA5FA8831F4C}"/>
              </a:ext>
            </a:extLst>
          </p:cNvPr>
          <p:cNvSpPr txBox="1">
            <a:spLocks/>
          </p:cNvSpPr>
          <p:nvPr/>
        </p:nvSpPr>
        <p:spPr>
          <a:xfrm>
            <a:off x="1606590" y="1245059"/>
            <a:ext cx="9890086" cy="964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2000" dirty="0"/>
              <a:t>All’utente potrebbe arrivare </a:t>
            </a:r>
            <a:r>
              <a:rPr lang="it-IT" sz="2000" b="1" dirty="0">
                <a:solidFill>
                  <a:srgbClr val="152F52"/>
                </a:solidFill>
              </a:rPr>
              <a:t>una notifica via mail da parte dell’operatore </a:t>
            </a:r>
            <a:r>
              <a:rPr lang="it-IT" sz="2000" dirty="0"/>
              <a:t>che sta lavorando alla segnalazione per cui, ad esempio, sono necessarie ulteriori informazioni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7694F752-6E96-C715-21C3-7887FC0134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0917" y="2326733"/>
            <a:ext cx="6270165" cy="33795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2985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C2C5F8-4E7D-C18B-141F-8C94203E60F8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RISOLUZIONE DELLA SEGNALAZIONE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68D68CA4-5550-81F3-B86F-2D1C63A9AC09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5" name="Elemento grafico 4" descr="Profilo femminile contorno">
              <a:extLst>
                <a:ext uri="{FF2B5EF4-FFF2-40B4-BE49-F238E27FC236}">
                  <a16:creationId xmlns:a16="http://schemas.microsoft.com/office/drawing/2014/main" id="{53CF3080-0F4A-5528-E6A4-02C8EFB62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6" name="Elemento grafico 5" descr="Punto interrogativo contorno">
              <a:extLst>
                <a:ext uri="{FF2B5EF4-FFF2-40B4-BE49-F238E27FC236}">
                  <a16:creationId xmlns:a16="http://schemas.microsoft.com/office/drawing/2014/main" id="{DC6931D0-EB05-8682-6208-88D32F765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28E33889-1F5C-7F26-062A-E1C0A0EA1816}"/>
              </a:ext>
            </a:extLst>
          </p:cNvPr>
          <p:cNvSpPr txBox="1">
            <a:spLocks/>
          </p:cNvSpPr>
          <p:nvPr/>
        </p:nvSpPr>
        <p:spPr>
          <a:xfrm>
            <a:off x="1606590" y="1215124"/>
            <a:ext cx="9992569" cy="1888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2000" dirty="0"/>
              <a:t>Quando la segnalazione è stata risolta, l'utente riceve una comunicazione relativa via mail. Può a questo punto effettuare le sue verifiche. </a:t>
            </a:r>
          </a:p>
          <a:p>
            <a:pPr algn="just"/>
            <a:r>
              <a:rPr lang="it-IT" sz="2000" b="1" dirty="0">
                <a:solidFill>
                  <a:srgbClr val="152F52"/>
                </a:solidFill>
              </a:rPr>
              <a:t>Se è tutto a posto</a:t>
            </a:r>
            <a:r>
              <a:rPr lang="it-IT" sz="2000" dirty="0"/>
              <a:t>, come indicato nella mail, </a:t>
            </a:r>
            <a:r>
              <a:rPr lang="it-IT" sz="2000" b="1" dirty="0">
                <a:solidFill>
                  <a:srgbClr val="152F52"/>
                </a:solidFill>
              </a:rPr>
              <a:t>non deve fare niente</a:t>
            </a:r>
            <a:r>
              <a:rPr lang="it-IT" sz="2000" dirty="0"/>
              <a:t>, e dopo 10 giorni la segnalazione verrà chiusa.</a:t>
            </a:r>
          </a:p>
          <a:p>
            <a:pPr algn="just"/>
            <a:r>
              <a:rPr lang="it-IT" sz="2000" b="1" dirty="0">
                <a:solidFill>
                  <a:srgbClr val="152F52"/>
                </a:solidFill>
              </a:rPr>
              <a:t>Se non è soddisfatto</a:t>
            </a:r>
            <a:r>
              <a:rPr lang="it-IT" sz="2000" dirty="0">
                <a:solidFill>
                  <a:srgbClr val="152F52"/>
                </a:solidFill>
              </a:rPr>
              <a:t>, </a:t>
            </a:r>
            <a:r>
              <a:rPr lang="it-IT" sz="2000" b="1" dirty="0">
                <a:solidFill>
                  <a:srgbClr val="152F52"/>
                </a:solidFill>
              </a:rPr>
              <a:t>può rispondere alla mail </a:t>
            </a:r>
            <a:r>
              <a:rPr lang="it-IT" sz="2000" dirty="0"/>
              <a:t>e la segnalazione verrà riaperta. 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B22A481D-809E-60B5-2BC3-6D3CFEBF7BFA}"/>
              </a:ext>
            </a:extLst>
          </p:cNvPr>
          <p:cNvGrpSpPr/>
          <p:nvPr/>
        </p:nvGrpSpPr>
        <p:grpSpPr>
          <a:xfrm>
            <a:off x="2792015" y="3308739"/>
            <a:ext cx="6607969" cy="2834886"/>
            <a:chOff x="2271712" y="2627951"/>
            <a:chExt cx="7648575" cy="3371850"/>
          </a:xfrm>
        </p:grpSpPr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DC0DEB5B-D2F6-5EFE-CCA4-804333A15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1712" y="2627951"/>
              <a:ext cx="7648575" cy="337185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2B6AB949-0D14-CE56-AA7B-835D2006A213}"/>
                </a:ext>
              </a:extLst>
            </p:cNvPr>
            <p:cNvSpPr/>
            <p:nvPr/>
          </p:nvSpPr>
          <p:spPr>
            <a:xfrm>
              <a:off x="6772275" y="2762250"/>
              <a:ext cx="2000250" cy="31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53411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2A70-AAB5-E13E-BC19-35E55D999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4E96BEED-4B0F-896C-4559-37599F10E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90" y="2228754"/>
            <a:ext cx="4265405" cy="363093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4B45CD3-7277-F333-9314-19223A18975F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RICHIESTE DI ACCESSO ALLE APPLICAZIONI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A57C62C9-19E5-21FD-9890-549F118C6563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5" name="Elemento grafico 4" descr="Profilo femminile contorno">
              <a:extLst>
                <a:ext uri="{FF2B5EF4-FFF2-40B4-BE49-F238E27FC236}">
                  <a16:creationId xmlns:a16="http://schemas.microsoft.com/office/drawing/2014/main" id="{E4502089-EC77-A2EB-C896-E493168B1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6" name="Elemento grafico 5" descr="Punto interrogativo contorno">
              <a:extLst>
                <a:ext uri="{FF2B5EF4-FFF2-40B4-BE49-F238E27FC236}">
                  <a16:creationId xmlns:a16="http://schemas.microsoft.com/office/drawing/2014/main" id="{5FACEC29-8019-F808-9189-63DB67B4D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153A30F4-60B1-1552-0E8D-CA31529E0FE0}"/>
              </a:ext>
            </a:extLst>
          </p:cNvPr>
          <p:cNvSpPr txBox="1">
            <a:spLocks/>
          </p:cNvSpPr>
          <p:nvPr/>
        </p:nvSpPr>
        <p:spPr>
          <a:xfrm>
            <a:off x="1606590" y="1215124"/>
            <a:ext cx="9366209" cy="1888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2000" dirty="0"/>
              <a:t>Un modulo che funziona in modo leggermente diverso è quello per richiedere l’accesso ad un’applicazione, ovvero il modulo «Nuova utenza applicativa» nella sezione «Assistenza sistemi applicativi». 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CEA57CE0-92BC-42F0-F3EE-B51EC58E84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0007" y="2335766"/>
            <a:ext cx="5175259" cy="3397522"/>
          </a:xfrm>
          <a:prstGeom prst="rect">
            <a:avLst/>
          </a:prstGeom>
        </p:spPr>
      </p:pic>
      <p:sp>
        <p:nvSpPr>
          <p:cNvPr id="18" name="Ovale 17">
            <a:extLst>
              <a:ext uri="{FF2B5EF4-FFF2-40B4-BE49-F238E27FC236}">
                <a16:creationId xmlns:a16="http://schemas.microsoft.com/office/drawing/2014/main" id="{6DE208D8-DD6C-EFA3-47A2-AD5A0FA964E5}"/>
              </a:ext>
            </a:extLst>
          </p:cNvPr>
          <p:cNvSpPr/>
          <p:nvPr/>
        </p:nvSpPr>
        <p:spPr>
          <a:xfrm>
            <a:off x="1472184" y="3934421"/>
            <a:ext cx="2532888" cy="71323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06825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24CB-3018-C65A-B358-7E24C448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D192292-646B-6465-2A7B-360AB072B6F2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RICHIESTE DI ACCESSO – COMPILARE L’UTENTE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3B0B2DF6-B584-F9C5-391B-6EC3DD56BA08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5" name="Elemento grafico 4" descr="Profilo femminile contorno">
              <a:extLst>
                <a:ext uri="{FF2B5EF4-FFF2-40B4-BE49-F238E27FC236}">
                  <a16:creationId xmlns:a16="http://schemas.microsoft.com/office/drawing/2014/main" id="{55F20540-3350-FDAB-59DD-3108DAB54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6" name="Elemento grafico 5" descr="Punto interrogativo contorno">
              <a:extLst>
                <a:ext uri="{FF2B5EF4-FFF2-40B4-BE49-F238E27FC236}">
                  <a16:creationId xmlns:a16="http://schemas.microsoft.com/office/drawing/2014/main" id="{7E592B2E-EC8E-7BE3-FFE0-C2C6B2386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pic>
        <p:nvPicPr>
          <p:cNvPr id="8" name="Immagine 7">
            <a:extLst>
              <a:ext uri="{FF2B5EF4-FFF2-40B4-BE49-F238E27FC236}">
                <a16:creationId xmlns:a16="http://schemas.microsoft.com/office/drawing/2014/main" id="{ACCB9FF4-0076-8D27-0919-C8F6F9B08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777" y="1150142"/>
            <a:ext cx="6203382" cy="2473129"/>
          </a:xfrm>
          <a:prstGeom prst="rect">
            <a:avLst/>
          </a:prstGeom>
        </p:spPr>
      </p:pic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9DA568E3-63F1-2E59-7447-3AAC3811CCD0}"/>
              </a:ext>
            </a:extLst>
          </p:cNvPr>
          <p:cNvSpPr txBox="1">
            <a:spLocks/>
          </p:cNvSpPr>
          <p:nvPr/>
        </p:nvSpPr>
        <p:spPr>
          <a:xfrm>
            <a:off x="1689733" y="3896571"/>
            <a:ext cx="9366209" cy="1888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2000" dirty="0"/>
              <a:t>Per compilarlo, digitare una parte del nome o del cognome, e comparirà una lista coi dipendenti che corrispondono: ad esempio, per cercare Mercuzio Verdi qua è stato inputato «</a:t>
            </a:r>
            <a:r>
              <a:rPr lang="it-IT" sz="2000" dirty="0" err="1"/>
              <a:t>mercu</a:t>
            </a:r>
            <a:r>
              <a:rPr lang="it-IT" sz="2000" dirty="0"/>
              <a:t>» (le maiuscole non contano). Continuare a digitare finché non compare il nome e selezionarlo.</a:t>
            </a:r>
          </a:p>
          <a:p>
            <a:pPr algn="just"/>
            <a:endParaRPr lang="it-IT" sz="2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2452E9E-24C0-97EA-940D-524410A34A90}"/>
              </a:ext>
            </a:extLst>
          </p:cNvPr>
          <p:cNvSpPr txBox="1"/>
          <p:nvPr/>
        </p:nvSpPr>
        <p:spPr>
          <a:xfrm>
            <a:off x="1689733" y="1230695"/>
            <a:ext cx="38698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campo «Nome e cognome utente» contiene la lista di tutti i dipendenti dell’ente. Deve essere compilato indicando l’utente per cui si richiede accesso, che può essere il richiedente o un collega per cui sta compilando il modulo (magari perché è  un neo assunto).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2756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9B4E3-36E2-7BF3-619D-7AE3120E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EC838C11-DFE7-231F-E07F-EDE02FC7D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772" y="1291542"/>
            <a:ext cx="5620460" cy="320492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DC5BD07-CE96-7724-B139-C848AB6F91F0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RICHIESTE DI ACCESSO - CAMPI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6AFC5486-720D-19E7-8201-B26E8955DA8B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5" name="Elemento grafico 4" descr="Profilo femminile contorno">
              <a:extLst>
                <a:ext uri="{FF2B5EF4-FFF2-40B4-BE49-F238E27FC236}">
                  <a16:creationId xmlns:a16="http://schemas.microsoft.com/office/drawing/2014/main" id="{1DD95473-80D0-E19A-7BAA-13B68F0D4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6" name="Elemento grafico 5" descr="Punto interrogativo contorno">
              <a:extLst>
                <a:ext uri="{FF2B5EF4-FFF2-40B4-BE49-F238E27FC236}">
                  <a16:creationId xmlns:a16="http://schemas.microsoft.com/office/drawing/2014/main" id="{A49F0BDC-3BBC-BE49-4252-D97862718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765AA2EC-9D93-44AF-4ACD-D287F49B2453}"/>
              </a:ext>
            </a:extLst>
          </p:cNvPr>
          <p:cNvSpPr txBox="1">
            <a:spLocks/>
          </p:cNvSpPr>
          <p:nvPr/>
        </p:nvSpPr>
        <p:spPr>
          <a:xfrm>
            <a:off x="1440708" y="1161523"/>
            <a:ext cx="3588492" cy="2084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2000" dirty="0"/>
              <a:t>Dopo aver scelto l’applicazione, verranno mostrati i campi necessari per inquadrare correttamente l’utenza. Per questo motivo, diverse applicazioni potranno richiedere informazioni diverse. 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B057DB3-9FAF-E99C-98CD-98A4D5BEA276}"/>
              </a:ext>
            </a:extLst>
          </p:cNvPr>
          <p:cNvSpPr txBox="1">
            <a:spLocks/>
          </p:cNvSpPr>
          <p:nvPr/>
        </p:nvSpPr>
        <p:spPr>
          <a:xfrm>
            <a:off x="1440708" y="3334747"/>
            <a:ext cx="3588492" cy="2084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2000" dirty="0"/>
              <a:t>In questo caso, dopo aver scelto l’applicazione </a:t>
            </a:r>
            <a:r>
              <a:rPr lang="it-IT" sz="2000" dirty="0" err="1"/>
              <a:t>Sib@k</a:t>
            </a:r>
            <a:r>
              <a:rPr lang="it-IT" sz="2000" dirty="0"/>
              <a:t>, è obbligatorio scegliere i profili specifici dell’applicazione.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28A7FD4-3A46-13D0-B338-FBE012512175}"/>
              </a:ext>
            </a:extLst>
          </p:cNvPr>
          <p:cNvSpPr/>
          <p:nvPr/>
        </p:nvSpPr>
        <p:spPr>
          <a:xfrm>
            <a:off x="5379772" y="2340864"/>
            <a:ext cx="1944572" cy="99388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EF983FA5-6425-9AED-E79A-2F046D80E6F4}"/>
              </a:ext>
            </a:extLst>
          </p:cNvPr>
          <p:cNvCxnSpPr/>
          <p:nvPr/>
        </p:nvCxnSpPr>
        <p:spPr>
          <a:xfrm flipV="1">
            <a:off x="4773168" y="3145536"/>
            <a:ext cx="606604" cy="2834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975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FD71F-01B7-F2C7-D23D-CC11C1B5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34493E56-BE54-C3D6-F65A-94D63ACAE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814" y="1187710"/>
            <a:ext cx="5582429" cy="407726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35A3D67-07BA-7A79-FC67-9F3D68F01D2E}"/>
              </a:ext>
            </a:extLst>
          </p:cNvPr>
          <p:cNvSpPr txBox="1"/>
          <p:nvPr/>
        </p:nvSpPr>
        <p:spPr>
          <a:xfrm>
            <a:off x="0" y="19299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RICHIESTE DI ACCESSO - DIRIGENTE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899CBE78-3779-48A4-3F30-236BE15899CC}"/>
              </a:ext>
            </a:extLst>
          </p:cNvPr>
          <p:cNvGrpSpPr/>
          <p:nvPr/>
        </p:nvGrpSpPr>
        <p:grpSpPr>
          <a:xfrm>
            <a:off x="74250" y="974959"/>
            <a:ext cx="1096892" cy="1089583"/>
            <a:chOff x="838200" y="1665906"/>
            <a:chExt cx="1096892" cy="1089583"/>
          </a:xfrm>
        </p:grpSpPr>
        <p:pic>
          <p:nvPicPr>
            <p:cNvPr id="5" name="Elemento grafico 4" descr="Profilo femminile contorno">
              <a:extLst>
                <a:ext uri="{FF2B5EF4-FFF2-40B4-BE49-F238E27FC236}">
                  <a16:creationId xmlns:a16="http://schemas.microsoft.com/office/drawing/2014/main" id="{7A93B082-9748-FEFE-3311-6BB77AA9E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8200" y="1841089"/>
              <a:ext cx="914400" cy="914400"/>
            </a:xfrm>
            <a:prstGeom prst="rect">
              <a:avLst/>
            </a:prstGeom>
          </p:spPr>
        </p:pic>
        <p:pic>
          <p:nvPicPr>
            <p:cNvPr id="6" name="Elemento grafico 5" descr="Punto interrogativo contorno">
              <a:extLst>
                <a:ext uri="{FF2B5EF4-FFF2-40B4-BE49-F238E27FC236}">
                  <a16:creationId xmlns:a16="http://schemas.microsoft.com/office/drawing/2014/main" id="{92575FD0-F238-DDE8-5236-6EAE746CB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6791" y="1665906"/>
              <a:ext cx="578301" cy="578301"/>
            </a:xfrm>
            <a:prstGeom prst="rect">
              <a:avLst/>
            </a:prstGeom>
          </p:spPr>
        </p:pic>
      </p:grp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2083CFCB-C9E9-A52F-0607-D41B69FF5D48}"/>
              </a:ext>
            </a:extLst>
          </p:cNvPr>
          <p:cNvSpPr txBox="1">
            <a:spLocks/>
          </p:cNvSpPr>
          <p:nvPr/>
        </p:nvSpPr>
        <p:spPr>
          <a:xfrm>
            <a:off x="1389888" y="1215124"/>
            <a:ext cx="3410711" cy="9458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2000" dirty="0"/>
              <a:t>In alcuni casi sarà richiesto il nominativo del(la) dirigente di riferimento dell’utente che deve avere accesso. </a:t>
            </a:r>
          </a:p>
          <a:p>
            <a:pPr algn="just"/>
            <a:endParaRPr lang="it-IT" sz="2000" dirty="0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1F61005-78AC-90D5-D512-AC56E43D6658}"/>
              </a:ext>
            </a:extLst>
          </p:cNvPr>
          <p:cNvSpPr txBox="1">
            <a:spLocks/>
          </p:cNvSpPr>
          <p:nvPr/>
        </p:nvSpPr>
        <p:spPr>
          <a:xfrm>
            <a:off x="3487206" y="5264979"/>
            <a:ext cx="6360881" cy="1146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t-IT" sz="2000" dirty="0"/>
              <a:t>Una volta inserito il modulo, il funzionamento per chi lo ha inviato è identico agli altri moduli.</a:t>
            </a:r>
          </a:p>
        </p:txBody>
      </p:sp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FF215D8C-1B04-1138-BAB2-4DE781C3CF5E}"/>
              </a:ext>
            </a:extLst>
          </p:cNvPr>
          <p:cNvSpPr txBox="1">
            <a:spLocks/>
          </p:cNvSpPr>
          <p:nvPr/>
        </p:nvSpPr>
        <p:spPr>
          <a:xfrm>
            <a:off x="1375623" y="2240280"/>
            <a:ext cx="3410711" cy="2843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2000" dirty="0"/>
              <a:t>Quest’ultimo/a riceverà una </a:t>
            </a:r>
            <a:r>
              <a:rPr lang="it-IT" sz="1800" dirty="0"/>
              <a:t>comunicazione</a:t>
            </a:r>
            <a:r>
              <a:rPr lang="it-IT" sz="2000" dirty="0"/>
              <a:t> e dovrà </a:t>
            </a:r>
            <a:r>
              <a:rPr lang="it-IT" sz="2000" b="1" dirty="0"/>
              <a:t>approvare esplicitamente </a:t>
            </a:r>
            <a:r>
              <a:rPr lang="it-IT" sz="2000" dirty="0"/>
              <a:t>l’accesso all’applicazione. </a:t>
            </a:r>
          </a:p>
          <a:p>
            <a:pPr algn="l"/>
            <a:r>
              <a:rPr lang="it-IT" sz="2000"/>
              <a:t>È </a:t>
            </a:r>
            <a:r>
              <a:rPr lang="it-IT" sz="2000" b="1"/>
              <a:t>responsabilità </a:t>
            </a:r>
            <a:r>
              <a:rPr lang="it-IT" sz="2000" b="1" dirty="0"/>
              <a:t>dell’utente</a:t>
            </a:r>
            <a:r>
              <a:rPr lang="it-IT" sz="2000" dirty="0"/>
              <a:t> inserire il/la dirigente corretto. Si suggerisce anche di preallertarlo/a prima di richiedere l’accesso, in modo da accelerare la procedura.</a:t>
            </a:r>
          </a:p>
        </p:txBody>
      </p:sp>
    </p:spTree>
    <p:extLst>
      <p:ext uri="{BB962C8B-B14F-4D97-AF65-F5344CB8AC3E}">
        <p14:creationId xmlns:p14="http://schemas.microsoft.com/office/powerpoint/2010/main" val="2627943895"/>
      </p:ext>
    </p:extLst>
  </p:cSld>
  <p:clrMapOvr>
    <a:masterClrMapping/>
  </p:clrMapOvr>
</p:sld>
</file>

<file path=ppt/theme/theme1.xml><?xml version="1.0" encoding="utf-8"?>
<a:theme xmlns:a="http://schemas.openxmlformats.org/drawingml/2006/main" name="ComGE_Viola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mGE_Viola2" id="{E3761929-AD16-4390-9F78-931DB5B99726}" vid="{FAE44EDE-AF2D-4D91-8178-BC8F6C82A3E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ComGE_Viola2</Template>
  <TotalTime>15624</TotalTime>
  <Words>1081</Words>
  <Application>Microsoft Office PowerPoint</Application>
  <PresentationFormat>Widescreen</PresentationFormat>
  <Paragraphs>81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Segoe UI</vt:lpstr>
      <vt:lpstr>Wingdings</vt:lpstr>
      <vt:lpstr>ComGE_Viola2</vt:lpstr>
      <vt:lpstr>Portale Assistenza Sistemi Applicativi </vt:lpstr>
      <vt:lpstr>Presentazione standard di PowerPoint</vt:lpstr>
      <vt:lpstr>Presentazione standard di PowerPoint</vt:lpstr>
      <vt:lpstr>CREAZIONE TICKET DI ASSISTENZA SISTEMI APPLICATIVI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Parodi Viola</dc:creator>
  <cp:lastModifiedBy>Ventimiglia Luca</cp:lastModifiedBy>
  <cp:revision>104</cp:revision>
  <dcterms:created xsi:type="dcterms:W3CDTF">2022-05-10T12:34:33Z</dcterms:created>
  <dcterms:modified xsi:type="dcterms:W3CDTF">2025-12-19T09:30:57Z</dcterms:modified>
</cp:coreProperties>
</file>